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RsbEgckugZ3GdtlJ97CMJHrQg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4324d2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94324d29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3540627b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93540627b1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353198b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9353198b9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353198b9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/>
          </a:p>
        </p:txBody>
      </p:sp>
      <p:sp>
        <p:nvSpPr>
          <p:cNvPr id="156" name="Google Shape;156;g39353198b98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fa6576620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/>
          </a:p>
        </p:txBody>
      </p:sp>
      <p:sp>
        <p:nvSpPr>
          <p:cNvPr id="169" name="Google Shape;169;g3bfa6576620_0_1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3540627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/>
          </a:p>
        </p:txBody>
      </p:sp>
      <p:sp>
        <p:nvSpPr>
          <p:cNvPr id="183" name="Google Shape;183;g393540627b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3540627b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/>
          </a:p>
        </p:txBody>
      </p:sp>
      <p:sp>
        <p:nvSpPr>
          <p:cNvPr id="197" name="Google Shape;197;g393540627b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3540627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11" name="Google Shape;211;g393540627b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3540627b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25" name="Google Shape;225;g393540627b1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3540627b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38" name="Google Shape;238;g393540627b1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3540627b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51" name="Google Shape;251;g393540627b1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3540627b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64" name="Google Shape;264;g393540627b1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3540627b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77" name="Google Shape;277;g393540627b1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3540627b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290" name="Google Shape;290;g393540627b1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3540627b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303" name="Google Shape;303;g393540627b1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34cadeba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E06C75"/>
                </a:solidFill>
              </a:rPr>
              <a:t>O que é JSX?</a:t>
            </a:r>
            <a:r>
              <a:rPr lang="en-US">
                <a:solidFill>
                  <a:schemeClr val="dk1"/>
                </a:solidFill>
              </a:rPr>
              <a:t> JSX (JavaScript XML) é uma 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b="1" lang="en-US">
                <a:solidFill>
                  <a:schemeClr val="dk1"/>
                </a:solidFill>
              </a:rPr>
              <a:t>extensão de sintaxe do JavaScript</a:t>
            </a:r>
            <a:r>
              <a:rPr b="1" lang="en-US">
                <a:solidFill>
                  <a:srgbClr val="ABB2BF"/>
                </a:solidFill>
              </a:rPr>
              <a:t>**</a:t>
            </a:r>
            <a:r>
              <a:rPr lang="en-US">
                <a:solidFill>
                  <a:schemeClr val="dk1"/>
                </a:solidFill>
              </a:rPr>
              <a:t> que permite escrever código que parece HTML dentro do JavaScript. É a principal linguagem usada tanto no React quanto no React Native. </a:t>
            </a:r>
            <a:endParaRPr sz="100"/>
          </a:p>
        </p:txBody>
      </p:sp>
      <p:sp>
        <p:nvSpPr>
          <p:cNvPr id="317" name="Google Shape;317;g3c34cadebac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3" Type="http://schemas.openxmlformats.org/officeDocument/2006/relationships/image" Target="../media/image17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hyperlink" Target="https://reactnative.dev/docs/environment-setu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Ambiente 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Isadora Dias Afonso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1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000">
                <a:latin typeface="Poppins"/>
                <a:ea typeface="Poppins"/>
                <a:cs typeface="Poppins"/>
                <a:sym typeface="Poppins"/>
              </a:rPr>
              <a:t>2. Preparar o ambiente necessário ao desenvolvimento do sistema para a plataforma mobile. 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4324d29f_0_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94324d29f_0_2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94324d29f_0_2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94324d29f_0_2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11" name="Google Shape;111;g3494324d29f_0_2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94324d29f_0_2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94324d29f_0_2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94324d29f_0_20"/>
          <p:cNvSpPr txBox="1"/>
          <p:nvPr/>
        </p:nvSpPr>
        <p:spPr>
          <a:xfrm>
            <a:off x="1685100" y="3533575"/>
            <a:ext cx="14999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ambiente de desenvolvimento vai ser toda configuração necessária para que seja possível desenvolver algo utilizando uma ferramenta específica.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Esse conjunto de configurações é o nosso ambiente de desenvolvimento.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94324d29f_0_2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94324d29f_0_2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3540627b1_0_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93540627b1_0_70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93540627b1_0_70"/>
          <p:cNvSpPr txBox="1"/>
          <p:nvPr/>
        </p:nvSpPr>
        <p:spPr>
          <a:xfrm>
            <a:off x="4213599" y="3476862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353198b98_0_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9353198b98_0_2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9353198b98_0_2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" name="Google Shape;131;g39353198b98_0_28"/>
          <p:cNvGrpSpPr/>
          <p:nvPr/>
        </p:nvGrpSpPr>
        <p:grpSpPr>
          <a:xfrm>
            <a:off x="1508850" y="3292198"/>
            <a:ext cx="16211658" cy="7299925"/>
            <a:chOff x="0" y="-38100"/>
            <a:chExt cx="4269709" cy="2000418"/>
          </a:xfrm>
        </p:grpSpPr>
        <p:sp>
          <p:nvSpPr>
            <p:cNvPr id="132" name="Google Shape;132;g39353198b98_0_2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9353198b98_0_2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9353198b98_0_28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9353198b98_0_28"/>
          <p:cNvSpPr txBox="1"/>
          <p:nvPr/>
        </p:nvSpPr>
        <p:spPr>
          <a:xfrm>
            <a:off x="1685100" y="3533575"/>
            <a:ext cx="1499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g39353198b98_0_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9353198b98_0_28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9353198b98_0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7100" y="4287063"/>
            <a:ext cx="2224774" cy="22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9353198b98_0_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0159" y="4373309"/>
            <a:ext cx="2052300" cy="20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9353198b98_0_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70750" y="4160323"/>
            <a:ext cx="2590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9353198b98_0_28"/>
          <p:cNvSpPr txBox="1"/>
          <p:nvPr/>
        </p:nvSpPr>
        <p:spPr>
          <a:xfrm>
            <a:off x="3094713" y="3609963"/>
            <a:ext cx="130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9353198b98_0_28"/>
          <p:cNvSpPr txBox="1"/>
          <p:nvPr/>
        </p:nvSpPr>
        <p:spPr>
          <a:xfrm>
            <a:off x="6658613" y="3609963"/>
            <a:ext cx="1862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VSCode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9353198b98_0_28"/>
          <p:cNvSpPr txBox="1"/>
          <p:nvPr/>
        </p:nvSpPr>
        <p:spPr>
          <a:xfrm>
            <a:off x="10319288" y="3609963"/>
            <a:ext cx="1862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Expo Go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9353198b98_0_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39848" y="4280068"/>
            <a:ext cx="2407802" cy="24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9353198b98_0_28"/>
          <p:cNvSpPr txBox="1"/>
          <p:nvPr/>
        </p:nvSpPr>
        <p:spPr>
          <a:xfrm>
            <a:off x="13895558" y="3694455"/>
            <a:ext cx="269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9353198b98_0_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45573" y="7761905"/>
            <a:ext cx="2407800" cy="24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9353198b98_0_28"/>
          <p:cNvSpPr txBox="1"/>
          <p:nvPr/>
        </p:nvSpPr>
        <p:spPr>
          <a:xfrm>
            <a:off x="3094714" y="7082601"/>
            <a:ext cx="130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Git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9353198b98_0_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024700" y="7857909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9353198b98_0_28"/>
          <p:cNvSpPr txBox="1"/>
          <p:nvPr/>
        </p:nvSpPr>
        <p:spPr>
          <a:xfrm>
            <a:off x="14217756" y="7082602"/>
            <a:ext cx="205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GitHub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9353198b98_0_28"/>
          <p:cNvPicPr preferRelativeResize="0"/>
          <p:nvPr/>
        </p:nvPicPr>
        <p:blipFill rotWithShape="1">
          <a:blip r:embed="rId12">
            <a:alphaModFix/>
          </a:blip>
          <a:srcRect b="0" l="0" r="0" t="23617"/>
          <a:stretch/>
        </p:blipFill>
        <p:spPr>
          <a:xfrm>
            <a:off x="6178566" y="8222071"/>
            <a:ext cx="2438400" cy="18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9353198b98_0_28"/>
          <p:cNvSpPr txBox="1"/>
          <p:nvPr/>
        </p:nvSpPr>
        <p:spPr>
          <a:xfrm>
            <a:off x="6275849" y="7082600"/>
            <a:ext cx="205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9353198b98_0_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955238" y="7665019"/>
            <a:ext cx="2590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353198b98_0_28"/>
          <p:cNvSpPr txBox="1"/>
          <p:nvPr/>
        </p:nvSpPr>
        <p:spPr>
          <a:xfrm>
            <a:off x="9709800" y="7082600"/>
            <a:ext cx="312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 Studio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53198b98_0_58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9353198b98_0_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" name="Google Shape;160;g39353198b98_0_58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61" name="Google Shape;161;g39353198b98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9353198b98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39353198b98_0_58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⚠️ Muito Cuidado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9353198b98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9353198b98_0_58"/>
          <p:cNvSpPr txBox="1"/>
          <p:nvPr/>
        </p:nvSpPr>
        <p:spPr>
          <a:xfrm>
            <a:off x="1685100" y="3533575"/>
            <a:ext cx="14999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É importante saber diferenciar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React Native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Mesmo que os nomes sejam parecidos, as ferramentas possuem caracteristicas e funcionalidades diferentes.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é um framework voltado para o desenvolvimento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WEB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React Native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por sua vez é voltado para o desenvolvimento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MOBILE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;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g39353198b98_0_58"/>
          <p:cNvSpPr txBox="1"/>
          <p:nvPr/>
        </p:nvSpPr>
        <p:spPr>
          <a:xfrm>
            <a:off x="2043306" y="919779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fa6576620_0_1050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bfa6576620_0_105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g3bfa6576620_0_105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74" name="Google Shape;174;g3bfa6576620_0_105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g3bfa6576620_0_105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bfa6576620_0_105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React Native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bfa6576620_0_105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bfa6576620_0_1050"/>
          <p:cNvSpPr txBox="1"/>
          <p:nvPr/>
        </p:nvSpPr>
        <p:spPr>
          <a:xfrm>
            <a:off x="1685100" y="3533575"/>
            <a:ext cx="14999100" cy="5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Framework de código aberto desenvolvido pelo Facebook (Meta)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Principais Características: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Multiplataforma: Escreva uma vez, execute em iOS e Android;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Componentes Nativos: Utiliza componentes nativos reais, não WebViews;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Hot Reload: Visualize mudanças instantaneamente durante o desenvolvimento;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Comunidade Ativa: Grande ecossistema de bibliotecas e recursos;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JavaScript/TypeScript: Utilize linguagens familiares ao desenvolvimento web;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bfa6576620_0_105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bfa6576620_0_10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5000" y="3202798"/>
            <a:ext cx="1772650" cy="17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3540627b1_0_0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93540627b1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g393540627b1_0_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188" name="Google Shape;188;g393540627b1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g393540627b1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93540627b1_0_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React Native vs React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93540627b1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93540627b1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93540627b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5000" y="3202798"/>
            <a:ext cx="1772650" cy="17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93540627b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1622" y="3489989"/>
            <a:ext cx="9424752" cy="62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3540627b1_0_27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93540627b1_0_2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" name="Google Shape;201;g393540627b1_0_27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02" name="Google Shape;202;g393540627b1_0_2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93540627b1_0_2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93540627b1_0_27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React Native vs React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93540627b1_0_2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93540627b1_0_27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93540627b1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0913" y="4944225"/>
            <a:ext cx="6332776" cy="33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93540627b1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85186" y="3621738"/>
            <a:ext cx="8357301" cy="594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3540627b1_0_55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g393540627b1_0_5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" name="Google Shape;215;g393540627b1_0_55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16" name="Google Shape;216;g393540627b1_0_5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93540627b1_0_5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g393540627b1_0_55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Semelhança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93540627b1_0_5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3540627b1_0_55"/>
          <p:cNvSpPr txBox="1"/>
          <p:nvPr/>
        </p:nvSpPr>
        <p:spPr>
          <a:xfrm>
            <a:off x="1685100" y="3533575"/>
            <a:ext cx="149991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Apesar das diferenças, React e React Native compartilham: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Mesma sintaxe JSX;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Mesmo sistema de componentes;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Mesmos hooks (useState, useEffect, etc.);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Mesmo ciclo de vida de componentes;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Props e State funcionam da mesma forma.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93540627b1_0_55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React vs React Native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93540627b1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5000" y="3202798"/>
            <a:ext cx="1772650" cy="17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3540627b1_0_157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g393540627b1_0_1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9" name="Google Shape;229;g393540627b1_0_157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30" name="Google Shape;230;g393540627b1_0_1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93540627b1_0_1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93540627b1_0_157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React Native CLI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93540627b1_0_1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93540627b1_0_157"/>
          <p:cNvSpPr txBox="1"/>
          <p:nvPr/>
        </p:nvSpPr>
        <p:spPr>
          <a:xfrm>
            <a:off x="1685100" y="3533575"/>
            <a:ext cx="14999100" cy="6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iniciar um projeto React Native temos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duas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formas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React Native CLI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: Uma abordagem "pura" onde você terá controle total aos diretórios nativos do android e ios, sendo necessário configurar o ambiente manualmente.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 principal desvantagem dessa abordagem é a complexidade em configurar todo esse ambiente e a necessidade de ter um equipamento para testar o app no IOS (Mac).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Portanto a própria documentação do React Native indica a segunda abordagem, que é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Expo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!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93540627b1_0_157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Formas de iniciar 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3540627b1_0_78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g393540627b1_0_7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2" name="Google Shape;242;g393540627b1_0_78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43" name="Google Shape;243;g393540627b1_0_7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393540627b1_0_7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g393540627b1_0_78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Expo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93540627b1_0_7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3540627b1_0_78"/>
          <p:cNvSpPr txBox="1"/>
          <p:nvPr/>
        </p:nvSpPr>
        <p:spPr>
          <a:xfrm>
            <a:off x="1685100" y="3533575"/>
            <a:ext cx="14999100" cy="4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Expo é uma plataforma completa e um conjunto de ferramentas construídas em torno do React Native que simplifica significativamente o desenvolvimento de aplicações móveis.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Ele fornece uma camada de abstração que permite aos desenvolvedores criar aplicativos nativos para iOS e Android sem precisar lidar diretamente com código nativo (Swift, Objective-C, Java ou Kotlin) na maioria dos casos.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Ele também fornece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Expo CLI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que permite executarmos diversos comandos no terminal para manipular a ferramenta.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93540627b1_0_78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Formas de iniciar o projeto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3540627b1_0_92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g393540627b1_0_9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5" name="Google Shape;255;g393540627b1_0_92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56" name="Google Shape;256;g393540627b1_0_9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g393540627b1_0_9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g393540627b1_0_92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Vantagens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Expo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93540627b1_0_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3540627b1_0_92"/>
          <p:cNvSpPr txBox="1"/>
          <p:nvPr/>
        </p:nvSpPr>
        <p:spPr>
          <a:xfrm>
            <a:off x="1685100" y="3533575"/>
            <a:ext cx="14999100" cy="3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Vantagens do Expo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Produtividade Aumentada: Desenvolvimento mais rápido com menos configuração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Manutenção Simplificada: Atualizações gerenciadas pela equipe do Expo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Curva de Aprendizado Reduzida: Menos complexidade para iniciantes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Cross-platform Real: Mesmo código para iOS e Android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Atualizações OTA: Envio de correções sem passar pelas lojas de aplicativos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93540627b1_0_92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Formas de iniciar o projeto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3540627b1_0_105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93540627b1_0_10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g393540627b1_0_105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69" name="Google Shape;269;g393540627b1_0_10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g393540627b1_0_10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g393540627b1_0_105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Limitações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Expo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93540627b1_0_10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93540627b1_0_105"/>
          <p:cNvSpPr txBox="1"/>
          <p:nvPr/>
        </p:nvSpPr>
        <p:spPr>
          <a:xfrm>
            <a:off x="1685100" y="3533575"/>
            <a:ext cx="149991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Limitações do Expo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Tamanho do App: Apps podem ser maiores devido ao SDK completo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Dependência de Bibliotecas: Limitado às bibliotecas suportadas pelo Expo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Customização Nativa: Menos flexibilidade para código nativo customizado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Performance: Pode ter overhead em alguns casos específicos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93540627b1_0_105"/>
          <p:cNvSpPr txBox="1"/>
          <p:nvPr/>
        </p:nvSpPr>
        <p:spPr>
          <a:xfrm>
            <a:off x="2043306" y="962025"/>
            <a:ext cx="568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Formas de iniciar o projeto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3540627b1_0_130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g393540627b1_0_1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1" name="Google Shape;281;g393540627b1_0_13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82" name="Google Shape;282;g393540627b1_0_1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g393540627b1_0_1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g393540627b1_0_13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Expo Go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93540627b1_0_1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93540627b1_0_130"/>
          <p:cNvSpPr txBox="1"/>
          <p:nvPr/>
        </p:nvSpPr>
        <p:spPr>
          <a:xfrm>
            <a:off x="1685100" y="3533575"/>
            <a:ext cx="149991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Expo Go é um aplicativo móvel gratuito que funciona como um "player" para executar projetos Expo diretamente no seu dispositivo físico durante o desenvolvimento, sem necessidade de builds nativos.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É essencialmente um container que já possui todas as bibliotecas nativas do Expo SDK pré-instaladas. 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Quando você inicia seu projeto de desenvolvimento,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Expo Go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se conecta ao servidor de desenvolvimento e renderiza seu aplicativo JavaScript em tempo real.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g393540627b1_0_13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3540627b1_0_144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93" name="Google Shape;293;g393540627b1_0_1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4" name="Google Shape;294;g393540627b1_0_144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295" name="Google Shape;295;g393540627b1_0_1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93540627b1_0_1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g393540627b1_0_144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o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Expo Go?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93540627b1_0_1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93540627b1_0_144"/>
          <p:cNvSpPr txBox="1"/>
          <p:nvPr/>
        </p:nvSpPr>
        <p:spPr>
          <a:xfrm>
            <a:off x="1685100" y="3533575"/>
            <a:ext cx="149991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Como Funciona o Expo Go?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No Computador: Você executa seu projeto Expo via CLI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Servidor de Desenvolvimento: O Expo inicia um servidor local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Conexão: O Expo Go se conecta a esse servidor (mesma rede Wi-Fi)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Execução: Seu código JavaScript é executado dentro do Expo Go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Hot Reload: Mudanças no código são refletidas instantaneamente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g393540627b1_0_14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Tecnologias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3540627b1_0_170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6" name="Google Shape;306;g393540627b1_0_17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7" name="Google Shape;307;g393540627b1_0_17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308" name="Google Shape;308;g393540627b1_0_17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g393540627b1_0_17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g393540627b1_0_17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Iniciando Projeto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93540627b1_0_17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93540627b1_0_170"/>
          <p:cNvSpPr txBox="1"/>
          <p:nvPr/>
        </p:nvSpPr>
        <p:spPr>
          <a:xfrm>
            <a:off x="1685100" y="3533575"/>
            <a:ext cx="149991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iniciarmos o projeto vamos utilizar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Expo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seguindo a documentação oficial do React Native.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g393540627b1_0_17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93540627b1_0_170"/>
          <p:cNvSpPr txBox="1"/>
          <p:nvPr/>
        </p:nvSpPr>
        <p:spPr>
          <a:xfrm>
            <a:off x="3962100" y="6227138"/>
            <a:ext cx="1036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hlink"/>
                </a:solidFill>
                <a:hlinkClick r:id="rId5"/>
              </a:rPr>
              <a:t>https://reactnative.dev/docs/environment-setup</a:t>
            </a:r>
            <a:endParaRPr sz="5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34cadebac_4_0"/>
          <p:cNvSpPr/>
          <p:nvPr/>
        </p:nvSpPr>
        <p:spPr>
          <a:xfrm>
            <a:off x="0" y="-21123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0" name="Google Shape;320;g3c34cadebac_4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1" name="Google Shape;321;g3c34cadebac_4_0"/>
          <p:cNvGrpSpPr/>
          <p:nvPr/>
        </p:nvGrpSpPr>
        <p:grpSpPr>
          <a:xfrm>
            <a:off x="1038175" y="2946636"/>
            <a:ext cx="16211658" cy="7299925"/>
            <a:chOff x="0" y="-38100"/>
            <a:chExt cx="4269709" cy="2000418"/>
          </a:xfrm>
        </p:grpSpPr>
        <p:sp>
          <p:nvSpPr>
            <p:cNvPr id="322" name="Google Shape;322;g3c34cadebac_4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g3c34cadebac_4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g3c34cadebac_4_0"/>
          <p:cNvSpPr txBox="1"/>
          <p:nvPr/>
        </p:nvSpPr>
        <p:spPr>
          <a:xfrm>
            <a:off x="2043302" y="1189050"/>
            <a:ext cx="104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Comandos Principais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c34cadebac_4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c34cadebac_4_0"/>
          <p:cNvSpPr txBox="1"/>
          <p:nvPr/>
        </p:nvSpPr>
        <p:spPr>
          <a:xfrm>
            <a:off x="1685100" y="3533575"/>
            <a:ext cx="14999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Criação de projetos com Expo: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npx create-expo-app@latest  --template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rodar projetos: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npx expo start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Liberar scripts no terminal: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Set-ExecutionPolicy RemoteSigned (PowerShell ADM)</a:t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g3c34cadebac_4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5" name="Google Shape;335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36" name="Google Shape;336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g3c1ef68f60b_0_174"/>
          <p:cNvSpPr txBox="1"/>
          <p:nvPr/>
        </p:nvSpPr>
        <p:spPr>
          <a:xfrm>
            <a:off x="1685075" y="3542151"/>
            <a:ext cx="144438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Native Docs.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Overview.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https://reactnative.dev/docs/environment-setup.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9" name="Google Shape;349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50" name="Google Shape;350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1" name="Google Shape;351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53" name="Google Shape;353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56" name="Google Shape;356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59" name="Google Shape;359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61" name="Google Shape;361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63" name="Google Shape;36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