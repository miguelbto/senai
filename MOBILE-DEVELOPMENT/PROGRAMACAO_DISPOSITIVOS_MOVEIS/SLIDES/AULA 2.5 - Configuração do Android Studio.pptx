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QSdVh+/EbpJU4o6V3i3oaRQpZ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94324d2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94324d29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4c456d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c34c456d4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34c456d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c34c456d4f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34c456d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c34c456d4f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34c456d4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c34c456d4f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34c456d4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c34c456d4f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34c456d4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c34c456d4f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34c456d4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c34c456d4f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34c456d4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c34c456d4f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34c456d4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c34c456d4f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34c456d4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c34c456d4f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1ef68f6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c1ef68f60b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13599" y="4407931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Configurações Android Studio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Isadora Dias Afonso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1619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51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Capacidades Técnicas Abordadas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27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Preparar o ambiente necessário ao desenvolvimento do sistema para a plataforma mobile. 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295" y="962025"/>
            <a:ext cx="268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94324d29f_0_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94324d29f_0_2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94324d29f_0_2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94324d29f_0_2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11" name="Google Shape;111;g3494324d29f_0_2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94324d29f_0_2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94324d29f_0_2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Android Studio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494324d29f_0_20"/>
          <p:cNvSpPr txBox="1"/>
          <p:nvPr/>
        </p:nvSpPr>
        <p:spPr>
          <a:xfrm>
            <a:off x="1685100" y="3533575"/>
            <a:ext cx="149991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Android Studio é uma IDE direcionada para o desenvolvimento de aplicativos para dispositivos móveis.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Nós não iremos utilizar a ferramenta para realizar os códigos, porém ela proporciona dependências e recursos necessários para conseguirmos rodar a aplicação.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 ferramenta já está instalada e pré-configurada na máquina de vocês, precisaremos apenas realizar alguns ajustes.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494324d29f_0_2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494324d29f_0_2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34c456d4f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c34c456d4f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c34c456d4f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c34c456d4f_0_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25" name="Google Shape;125;g3c34c456d4f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c34c456d4f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c34c456d4f_0_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Android Studio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c34c456d4f_0_0"/>
          <p:cNvSpPr txBox="1"/>
          <p:nvPr/>
        </p:nvSpPr>
        <p:spPr>
          <a:xfrm>
            <a:off x="1685100" y="3533575"/>
            <a:ext cx="14999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Android Studio será necessário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principalmente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para conseguirmos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EMULAR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um celular android para rodar a nossa aplicação sem a necessidade de um celular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físico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Fora isso, temos dependências do nosso SDK (Kit de Desenvolvimento Android) para que funcione tudo normalmente.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c34c456d4f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c34c456d4f_0_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34c456d4f_0_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c34c456d4f_0_1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c34c456d4f_0_1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c34c456d4f_0_14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39" name="Google Shape;139;g3c34c456d4f_0_1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c34c456d4f_0_1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c34c456d4f_0_14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1 - Acessar SDK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c34c456d4f_0_1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c34c456d4f_0_14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c34c456d4f_0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0225" y="3363277"/>
            <a:ext cx="6547550" cy="65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34c456d4f_0_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c34c456d4f_0_3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c34c456d4f_0_3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g3c34c456d4f_0_3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53" name="Google Shape;153;g3c34c456d4f_0_3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c34c456d4f_0_3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c34c456d4f_0_3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- Copiar caminho do SDK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34c456d4f_0_3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c34c456d4f_0_3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c34c456d4f_0_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4196" y="4865087"/>
            <a:ext cx="11619625" cy="35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34c456d4f_0_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c34c456d4f_0_4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g3c34c456d4f_0_4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c34c456d4f_0_44"/>
          <p:cNvGrpSpPr/>
          <p:nvPr/>
        </p:nvGrpSpPr>
        <p:grpSpPr>
          <a:xfrm>
            <a:off x="925675" y="2987086"/>
            <a:ext cx="16211658" cy="7299925"/>
            <a:chOff x="0" y="-38100"/>
            <a:chExt cx="4269709" cy="2000418"/>
          </a:xfrm>
        </p:grpSpPr>
        <p:sp>
          <p:nvSpPr>
            <p:cNvPr id="167" name="Google Shape;167;g3c34c456d4f_0_4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c34c456d4f_0_4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c34c456d4f_0_44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- Pesquise no MENU INICIAR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c34c456d4f_0_4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c34c456d4f_0_44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c34c456d4f_0_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3575" y="4886350"/>
            <a:ext cx="9900850" cy="30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34c456d4f_0_5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c34c456d4f_0_5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g3c34c456d4f_0_5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" name="Google Shape;180;g3c34c456d4f_0_59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81" name="Google Shape;181;g3c34c456d4f_0_5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c34c456d4f_0_5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g3c34c456d4f_0_59"/>
          <p:cNvSpPr txBox="1"/>
          <p:nvPr/>
        </p:nvSpPr>
        <p:spPr>
          <a:xfrm>
            <a:off x="2043300" y="1253350"/>
            <a:ext cx="1265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- Acesse as 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de Ambiente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c34c456d4f_0_5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c34c456d4f_0_59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c34c456d4f_0_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9531" y="3344300"/>
            <a:ext cx="5848950" cy="658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c34c456d4f_0_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0325" y="3948113"/>
            <a:ext cx="5772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34c456d4f_0_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c34c456d4f_0_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g3c34c456d4f_0_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g3c34c456d4f_0_74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96" name="Google Shape;196;g3c34c456d4f_0_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c34c456d4f_0_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c34c456d4f_0_74"/>
          <p:cNvSpPr txBox="1"/>
          <p:nvPr/>
        </p:nvSpPr>
        <p:spPr>
          <a:xfrm>
            <a:off x="2043300" y="1253350"/>
            <a:ext cx="1265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- Clique para criar uma NOVA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c34c456d4f_0_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c34c456d4f_0_74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c34c456d4f_0_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4113" y="4311459"/>
            <a:ext cx="9959775" cy="46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34c456d4f_0_8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c34c456d4f_0_8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3c34c456d4f_0_8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9" name="Google Shape;209;g3c34c456d4f_0_88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10" name="Google Shape;210;g3c34c456d4f_0_8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g3c34c456d4f_0_8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c34c456d4f_0_88"/>
          <p:cNvSpPr txBox="1"/>
          <p:nvPr/>
        </p:nvSpPr>
        <p:spPr>
          <a:xfrm>
            <a:off x="2043300" y="1253350"/>
            <a:ext cx="1265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5 - Definindo a Váriavel do SDK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c34c456d4f_0_8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c34c456d4f_0_88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c34c456d4f_0_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4751" y="5826339"/>
            <a:ext cx="12818476" cy="31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c34c456d4f_0_88"/>
          <p:cNvSpPr txBox="1"/>
          <p:nvPr/>
        </p:nvSpPr>
        <p:spPr>
          <a:xfrm>
            <a:off x="1685100" y="3533575"/>
            <a:ext cx="149991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nome da variável deve ser EXATAMENTE: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 ANDROID_HOME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Abaixo insira o campo copiado no passo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2.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34c456d4f_0_10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c34c456d4f_0_10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g3c34c456d4f_0_10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4" name="Google Shape;224;g3c34c456d4f_0_104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25" name="Google Shape;225;g3c34c456d4f_0_10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c34c456d4f_0_10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g3c34c456d4f_0_104"/>
          <p:cNvSpPr txBox="1"/>
          <p:nvPr/>
        </p:nvSpPr>
        <p:spPr>
          <a:xfrm>
            <a:off x="2043300" y="1253350"/>
            <a:ext cx="1265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- Acessando variável PATH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c34c456d4f_0_1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c34c456d4f_0_104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c34c456d4f_0_104"/>
          <p:cNvSpPr txBox="1"/>
          <p:nvPr/>
        </p:nvSpPr>
        <p:spPr>
          <a:xfrm>
            <a:off x="1685100" y="3533575"/>
            <a:ext cx="1499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Voltando para tela do passo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clique duas vezes sobre a variável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Path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g3c34c456d4f_0_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0561" y="5157236"/>
            <a:ext cx="10406900" cy="4166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34c456d4f_0_1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c34c456d4f_0_11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g3c34c456d4f_0_11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9" name="Google Shape;239;g3c34c456d4f_0_119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40" name="Google Shape;240;g3c34c456d4f_0_11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g3c34c456d4f_0_11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g3c34c456d4f_0_119"/>
          <p:cNvSpPr txBox="1"/>
          <p:nvPr/>
        </p:nvSpPr>
        <p:spPr>
          <a:xfrm>
            <a:off x="2043300" y="1253350"/>
            <a:ext cx="12658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b="1" lang="en-US" sz="46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- Definindo a Váriavel do Platform-Tools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c34c456d4f_0_11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c34c456d4f_0_119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c34c456d4f_0_119"/>
          <p:cNvSpPr txBox="1"/>
          <p:nvPr/>
        </p:nvSpPr>
        <p:spPr>
          <a:xfrm>
            <a:off x="1685100" y="3533575"/>
            <a:ext cx="149991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Em uma linha livre, cole a informação copiada do passo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e adicione ao final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\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platform-tools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g3c34c456d4f_0_1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273" y="4747600"/>
            <a:ext cx="8927475" cy="50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34c456d4f_0_1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c34c456d4f_0_13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g3c34c456d4f_0_13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g3c34c456d4f_0_136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55" name="Google Shape;255;g3c34c456d4f_0_13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g3c34c456d4f_0_13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c34c456d4f_0_136"/>
          <p:cNvSpPr txBox="1"/>
          <p:nvPr/>
        </p:nvSpPr>
        <p:spPr>
          <a:xfrm>
            <a:off x="2043300" y="1253350"/>
            <a:ext cx="1265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- Reinicie a máquina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c34c456d4f_0_13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c34c456d4f_0_136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Configurando…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g3c34c456d4f_0_1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2925" y="3335950"/>
            <a:ext cx="10222125" cy="695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c34c456d4f_0_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713638" y="9116622"/>
            <a:ext cx="1445425" cy="11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1ef68f60b_0_1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c1ef68f60b_0_1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g3c1ef68f60b_0_1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9" name="Google Shape;269;g3c1ef68f60b_0_17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70" name="Google Shape;270;g3c1ef68f60b_0_1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g3c1ef68f60b_0_1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g3c1ef68f60b_0_17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g3c1ef68f60b_0_174"/>
          <p:cNvSpPr txBox="1"/>
          <p:nvPr/>
        </p:nvSpPr>
        <p:spPr>
          <a:xfrm>
            <a:off x="1685075" y="3542151"/>
            <a:ext cx="14443800" cy="9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Expo Docs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Android Studio Emulator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em: https://docs.expo.dev/workflow/android-studio-emulator/ 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g3c1ef68f60b_0_1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c1ef68f60b_0_17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84" name="Google Shape;284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5" name="Google Shape;285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87" name="Google Shape;287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290" name="Google Shape;290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293" name="Google Shape;293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95" name="Google Shape;295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297" name="Google Shape;29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