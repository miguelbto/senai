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3º e último tipo de aprendizado. Fecha o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dos 3 tipos. Hoje: reforço.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você aprendeu a andar de bicicleta? Tentando.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recompensa (néctar) é o que a abelha tenta maximizar.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Sempre no mesmo restaurante, ou às vezes arriscar um novo?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simplificado; o real está no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 ao vivo: curiosidade=0 trava no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Reforço = sequência de decisões para maximizar recompensa.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última célula confere as 3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Entregue o P.S. Próximo motor: redes neurais.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D9770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 ·  40h  ·  TURMA DEV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03.1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abelha que aprende o melhor canteiro — por tentativa e erro.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completamos os três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20240"/>
            <a:ext cx="1005840" cy="292608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VIMOS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9808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resposta certa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0128" y="178308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4448" y="2103120"/>
            <a:ext cx="731520" cy="73152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1920240"/>
            <a:ext cx="1005840" cy="292608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511296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11296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sem respostas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71616" y="178308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71616" y="1783080"/>
            <a:ext cx="2615184" cy="2743200"/>
          </a:xfrm>
          <a:prstGeom prst="roundRect">
            <a:avLst>
              <a:gd name="adj" fmla="val 3497"/>
            </a:avLst>
          </a:prstGeom>
          <a:ln w="25400">
            <a:solidFill>
              <a:srgbClr val="4F46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45936" y="2103120"/>
            <a:ext cx="731520" cy="73152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2860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88936" y="1920240"/>
            <a:ext cx="1005840" cy="292608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272784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reforço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272784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e erro + recompensa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3º TIPO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por tentativa e erro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age, recebe uma recompensa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aprende o que dá mais recompensa.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resposta certa. Como treinar um pet: ele tenta, ganha petisco, repete o que funciona.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75120" y="2377440"/>
            <a:ext cx="1554480" cy="1554480"/>
          </a:xfrm>
          <a:prstGeom prst="ellipse">
            <a:avLst/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740" y="27660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reforço em 4 palavras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822960" cy="82296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abelha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624328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27248" y="2194560"/>
            <a:ext cx="822960" cy="82296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988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24328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15768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00016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02936" y="2194560"/>
            <a:ext cx="822960" cy="82296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24003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0016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91456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 canteiro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775704" y="192024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78624" y="219456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24003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75704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67144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néctar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× Aproveitar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no melhor canteiro que já conhece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0116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arriscar um canteiro novo (pode ser melhor!)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aproveitar = pode ficar preso num canteiro mediano. O segredo é o equilíbrio.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Code: a abelha aprende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017520"/>
          </a:xfrm>
          <a:prstGeom prst="roundRect">
            <a:avLst>
              <a:gd name="adj" fmla="val 3030"/>
            </a:avLst>
          </a:prstGeom>
          <a:solidFill>
            <a:srgbClr val="0B102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tentativa in range(100):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random.random() &lt; curiosidade: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canteiro = random.choice(canteiros)   # EXPLORAR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canteiro = melhor_ate_agora()          # APROVEITAR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recompensa = nectar[canteiro]              # o premio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aprender(canteiro, recompensa)             # ajusta a memoria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simular({'A':2, 'B':5, 'C':1, 'D':8})   #  -&gt;  ela escolhe o 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disse que o D era o melhor — ela descobriu tentando.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MOMENTO-CHAVE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curiosidade, ela trava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2377440"/>
          </a:xfrm>
          <a:prstGeom prst="roundRect">
            <a:avLst>
              <a:gd name="adj" fmla="val 3846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23160"/>
            <a:ext cx="1005840" cy="10058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945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 = 0  →  a abelha pega o 1º canteiro que deu néctar (o A)…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286000" y="28346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 nunca mais sai de lá: visita o A 100 vezes e NÃO descobre o D (o melhor). É por isso que explorar importa.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reforço brilha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1518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10312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23202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632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joga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xadrez, Go, vídeo games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0128" y="1828800"/>
            <a:ext cx="261518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78808" y="210312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78" y="232029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0128" y="30632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47288" y="34290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andar/pegar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71616" y="1828800"/>
            <a:ext cx="261518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0296" y="210312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66" y="232029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71616" y="30632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08776" y="342900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seus cliques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aprendeu Go por reforço e venceu os campeões mundiais.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Formativa 3.1 — 3 tarefas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510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o campo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canteiro vira o melhor — ela acha?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8437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a curiosidade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1912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a abelha ficar presa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7705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recompensa? por que ≠ supervisionado?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2377440"/>
            <a:ext cx="1463040" cy="14630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743200"/>
            <a:ext cx="731520" cy="731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8640" y="4654296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" y="46542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Entregar:  </a:t>
            </a:r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IAGEN_SEUNOME_F31.ipynb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8572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completos!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 · Não supervisionado · Reforço. Você fechou o Machine Learning.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 · 02/07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artificial por trás da IA generativa.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03.1 — Aprendizado por Reforço</dc:title>
  <dc:subject>PptxGenJS Presentation</dc:subject>
  <dc:creator>Marlon Palata Fanger Rodrigues</dc:creator>
  <cp:lastModifiedBy>Marlon Palata Fanger Rodrigues</cp:lastModifiedBy>
  <cp:revision>1</cp:revision>
  <dcterms:created xsi:type="dcterms:W3CDTF">2026-06-30T18:52:31Z</dcterms:created>
  <dcterms:modified xsi:type="dcterms:W3CDTF">2026-06-30T18:52:31Z</dcterms:modified>
</cp:coreProperties>
</file>