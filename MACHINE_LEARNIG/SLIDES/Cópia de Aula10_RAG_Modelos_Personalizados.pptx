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097280"/>
            <a:ext cx="3840480" cy="384048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2743200"/>
            <a:ext cx="2743200" cy="2743200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640080"/>
            <a:ext cx="914400" cy="91440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8686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EM IA GENERATIVA · 40h · TURMA DEV · ÚLTIMA AULA 🎓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48640" y="2971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Personalizados e RAG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Ensinando a IA a responder sobre os NOSSOS dados  ·  Somativa 2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114800" cy="41148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868680"/>
            <a:ext cx="868680" cy="8686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0858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960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600200" y="129844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pronto não sabe dos seus dados.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não conhece os seus dados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Você pergunta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"Quantos alunos tem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turma DEV?"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(um dado que só você tem)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7830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EF2F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Ele responde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23774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"Não tenho essa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informação..."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um chute qualquer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3931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inventa, chamamos de alucinação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8046720" cy="411480"/>
          </a:xfrm>
          <a:prstGeom prst="roundRect">
            <a:avLst>
              <a:gd name="adj" fmla="val 22222"/>
            </a:avLst>
          </a:prstGeom>
          <a:solidFill>
            <a:srgbClr val="1518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ensinar os NOSSOS dados a ele — sem re-treinar um modelo gigante?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188720"/>
            <a:ext cx="4114800" cy="4114800"/>
          </a:xfrm>
          <a:prstGeom prst="ellipse">
            <a:avLst/>
          </a:prstGeom>
          <a:solidFill>
            <a:srgbClr val="4F46E5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868680"/>
            <a:ext cx="868680" cy="86868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108585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9601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600200" y="129844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solução: RAG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Deixe o modelo consultar os documentos certos.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→ Juntar → Gerar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103120"/>
            <a:ext cx="685800" cy="68580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0210" y="227457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Buscar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3246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achar os documentos relevantes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37307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090672" y="2606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291840" y="18745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1960" y="2103120"/>
            <a:ext cx="685800" cy="68580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410" y="227457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Juntar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29000" y="3246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colar os trechos no prompt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291840" y="37307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833872" y="2606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46E5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035040" y="187452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995160" y="2103120"/>
            <a:ext cx="685800" cy="68580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610" y="2274570"/>
            <a:ext cx="342900" cy="3429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3504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Gerar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172200" y="3246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LLM responde baseado neles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035040" y="37307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548640" y="416052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518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868680" y="416052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mágica: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é o MESMO — mas acerta, porque demos os dados certos na hora. Não re-treinamos nada.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OS DOCUMENTOS FICAM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vetorial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vetorial (ChromaDB)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guarda os textos por SIGNIFICADO (usando os embeddings da Semana 1), não por palavra exata.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42232" y="3108960"/>
            <a:ext cx="914400" cy="91440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0832" y="3337560"/>
            <a:ext cx="457200" cy="457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20624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8680" y="420624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bibliotecário que organiza por ASSUNTO: você pede 'algo sobre culinária' e ele traz o livro certo, mesmo sem a palavra na capa.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FORMAS DE PERSONALIZAR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× Fine-tuning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1518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288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26080" y="1828800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4F46E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17520" y="18288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760720" y="1828800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852160" y="182880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95728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39572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926080" y="2395728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17520" y="23957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os docs na hora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2395728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852160" y="23957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re-treina o modelo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962656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9626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26080" y="2962656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017520" y="29626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e rápido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760720" y="2962656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52160" y="29626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e demorado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529584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529584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mudam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926080" y="3529584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017520" y="35295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é só atualizar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760720" y="3529584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52160" y="352958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re-treinar tudo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096512"/>
            <a:ext cx="2377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4096512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Ensinar um estilo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926080" y="4096512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017520" y="40965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ou menos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760720" y="4096512"/>
            <a:ext cx="28346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852160" y="409651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melhor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754880"/>
            <a:ext cx="8046720" cy="502920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47548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prática: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FATOS (que mudam) → RAG.   Ter um COMPORTAMENTO/estilo → fine-tuning.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FINAL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Somativa 2 — Projeto Integrador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046720" cy="960120"/>
          </a:xfrm>
          <a:prstGeom prst="roundRect">
            <a:avLst>
              <a:gd name="adj" fmla="val 9524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Construam uma solução de IA Generativa para um problema real,  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juntando 2+ técnicas do curso — e apresentem.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3063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36393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9502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sobre seus docs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2926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3063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36393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39502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+ imagem juntos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292608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3063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035040" y="363931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1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39502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sentimento/visão + resposta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8046720" cy="502920"/>
          </a:xfrm>
          <a:prstGeom prst="roundRect">
            <a:avLst>
              <a:gd name="adj" fmla="val 18182"/>
            </a:avLst>
          </a:prstGeom>
          <a:solidFill>
            <a:srgbClr val="F0FDF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44805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IAGEN_GRUPOX_SOMATIVA2.ipynb + apresentação  ·  leiam o enunciado no Classroom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914400"/>
            <a:ext cx="3657600" cy="3657600"/>
          </a:xfrm>
          <a:prstGeom prst="ellipse">
            <a:avLst/>
          </a:prstGeom>
          <a:solidFill>
            <a:srgbClr val="4F46E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810" y="72009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6858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do curso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85800" y="1627632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1600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Fundamentos: o que é IA e como ela aprende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210312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0756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neurais e embeddings; a virada generativa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2578608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25511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Linguagem: sentimentos, LLMs e prompt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3054096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302666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Visão: imagem = números, detecção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" y="3529584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35021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Geração: imagens, multimodal, voz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85800" y="4005072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3977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Personalização: RAG e o seu projeto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4526280"/>
            <a:ext cx="8046720" cy="502920"/>
          </a:xfrm>
          <a:prstGeom prst="roundRect">
            <a:avLst>
              <a:gd name="adj" fmla="val 18182"/>
            </a:avLst>
          </a:prstGeom>
          <a:solidFill>
            <a:srgbClr val="1E21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68680" y="45262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fio que conectou tudo: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padrões a partir de dados pra prever/gerar a próxima coisa.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8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560320"/>
            <a:ext cx="4114800" cy="4114800"/>
          </a:xfrm>
          <a:prstGeom prst="ellipse">
            <a:avLst/>
          </a:prstGeom>
          <a:solidFill>
            <a:srgbClr val="4F46E5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960120"/>
            <a:ext cx="1005840" cy="100584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6260" y="12115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031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Parabéns! 🎓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"o que é IA?" até construir a sua própria solução generativa.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é continuar construindo. Foi um prazer ensinar vocês! — Prof. Marlon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10 RAG e Modelos Personalizados</dc:title>
  <dc:subject>PptxGenJS Presentation</dc:subject>
  <dc:creator>Marlon</dc:creator>
  <cp:lastModifiedBy>Marlon</cp:lastModifiedBy>
  <cp:revision>1</cp:revision>
  <dcterms:created xsi:type="dcterms:W3CDTF">2026-07-08T18:24:18Z</dcterms:created>
  <dcterms:modified xsi:type="dcterms:W3CDTF">2026-07-08T18:24:18Z</dcterms:modified>
</cp:coreProperties>
</file>