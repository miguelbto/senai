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Desenhe a tabela no quadro. Este é o momento-chave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· 40h · TURMA DEV · SEMANA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Ensinando a máquina a LER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sentimentos: elogio ou reclamação?  ·  Formativa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à Semana 2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imagem ao texto: agora a máquina aprende com linguagem.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TERRITÓRIO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PLN?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— Processamento de Linguagem Natural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da IA que trabalha com linguagem humana: entender, classificar, traduzir, resumir, conversar. É a base do ChatGPT.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e imagens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flores, dígitos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(agora)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 fala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2918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elogio × reclamação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máquina lê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segredo em 3 passos: tokenizar, limpar e virar número.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só entendem NÚMERO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pergunta de hoje:  </a:t>
            </a:r>
            <a:pPr indent="0" marL="0">
              <a:buNone/>
            </a:pPr>
            <a:r>
              <a:rPr lang="en-US" sz="16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TEXTO em NÚMERO?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mágica do PLN clássico está em responder isso. São 3 passos.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096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Tokenizar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quebrar em palavras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0233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4096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Stopwords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palavras vazias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40233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4096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Vetorizar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→ virar número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TOKENIZAR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Picar a frase em palavras 🔪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"produto muito bom"</a:t>
            </a:r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['produto', 'muito', 'bom']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154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Analogia: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tokenizar é como picar os ingredientes antes de cozinhar. Você não joga a cebola inteira na panela — corta em pedaços. A máquina também precisa dos pedaços (as palavras) pra trabalhar.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STOPWORDS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o enchimento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['o', 'produto', 'e', 'muito', 'bom', 'mas', 'a', 'entrega']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['produto', 'bom', 'entrega']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2004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Analogia: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(o, a, de, um, mas...) são o enchimento da frase. Em 'o produto é muito bom', quem decide o sentimento é 'produto' e 'bom'. O resto é cola gramatical — a gente remove pra focar no que importa.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VETORIZAR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vira NÚMERO 🔢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9659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9659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9659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50008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350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"produto muito bom"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94560" y="2350008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350008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350008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350008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2734056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27340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"produto muito ruim"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94560" y="2734056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94560" y="2734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2734056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66160" y="2734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2734056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2734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2734056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9360" y="2734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39776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frase virou uma LINHA DE NÚMEROS.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o mesmo Machine Learning da Aula 2: treino, teste, acurácia.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os limites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classificador de 93% — e o erro que abre a porta pros LLMs.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classificador aprende sozinho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classificador clássico pra texto (o motor dos filtros de spam!). Aprende, dos exemplos, quais palavras puxam pra positivo ou negativo.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positivas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63931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adorei · ótimo · recomendo · amei · perfeito · maravilha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31546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negativas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363931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péssimo · horrível · quebrado · ruim · defeito · arrependido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no teste: 93% — acertou quase todas as frases que nunca viu.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LIMITE ⚠️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método clássico ERRA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"não é bom"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a IA diz:  </a:t>
            </a:r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🙂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40156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conta palavras SOLTAS — vê 'bom' e não entende que o 'não' inverteu tudo. Ele não entende ORDEM nem CONTEXTO.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esse erro: é EXATAMENTE o que os LLMs resolvem. Tema de amanhã! 🚀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Formativa 5 — 4 tarefas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5623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 o texto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2121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tokenizar + tirar stopwords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85216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58775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Vetorizar e treinar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25880" y="28529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→ número + Naive Bayes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85216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1927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3584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positivo/negativo de uma frase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85216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050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4315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virar número? onde erra?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194560"/>
            <a:ext cx="1371600" cy="13716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780" y="2537460"/>
            <a:ext cx="685800" cy="685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48640" y="457200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Entregar:  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IAGEN_SEUNOME_F5.ipynb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(com apoio · pode consultar o material)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8572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começou a ler!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transformou texto em número e treinou um detector de sentimentos (93%).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 · Ter 07/07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 Engenharia de Prompt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clássico ao ChatGPT: como a máquina entende CONTEXTO e resolve a negação.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06 PLN Sentimentos</dc:title>
  <dc:subject>PptxGenJS Presentation</dc:subject>
  <dc:creator>Marlon Palata Fanger Rodrigues</dc:creator>
  <cp:lastModifiedBy>Marlon Palata Fanger Rodrigues</cp:lastModifiedBy>
  <cp:revision>1</cp:revision>
  <dcterms:created xsi:type="dcterms:W3CDTF">2026-07-05T22:28:54Z</dcterms:created>
  <dcterms:modified xsi:type="dcterms:W3CDTF">2026-07-05T22:28:54Z</dcterms:modified>
</cp:coreProperties>
</file>