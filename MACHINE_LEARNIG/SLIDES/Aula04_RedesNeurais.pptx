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perguntando. Objetivo: mostrar que eles já têm vocabulário.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liga com a Aula 1: o distilgpt2 previa a próxima palavra. Um LLM é aquilo, gigante.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ChatGPT é rede neural; nem toda rede neural é ChatGPT.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que os clássicos sejam ruins — mudou a escala do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Rosenblatt, 1958. Peças simples + conexões = poder.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Pergunte: no SEU churrasco mental, qual peso é o maior? Deixe responderem.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Fixar: peso = importância; viés = ponto de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Vocês vão DIGITAR esses dois nomes daqui a pouco: relu e softmax.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= cada detetive fala com TODOS do andar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Parâmetros = pesos + viéses. O summary() vai mostrar 2.410.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analogia central do treino. Os termos entre parênteses são os que eles verão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analogias pro mesmo ciclo — use a que colar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 com a árvore da Aula 3: 100 no treino / 91 no teste = decorou.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VER essa curva ao vivo no live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a correspondência conceito -&gt; linha antes de abrir o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final: por que treinar um LLM precisa de milhares de GPUs?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· 40h · TURMA DEV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artificial — e o mapa dos nomes que você ouve por aí.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tema novo: o que vocês JÁ dominam + os nomes que todo mundo fala.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já falam a língua da 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'cérebro' que treinamos (A1)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691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 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gabarito (A2)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1691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/ treinar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36208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estuda (A2)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× teste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× prova (A2)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0128" y="2679192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da prova (A3)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2679192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36208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3090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ele erra (A3)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666744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40782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decorou a prova antiga (A3)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3666744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0782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· grupos · recompensa (A3.1)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71616" y="3666744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36208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36208" y="40782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ferramentas pronta (A1–3)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"quem lembra o que é...?" — deixe a turma responder antes.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 · OS NOMES NOVOS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ouve por aí — traduzido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(neural network)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neurônios em camadas — o tema de HOJE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(aprendizado profundo)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2084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com MUITAS camadas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70048"/>
            <a:ext cx="3977640" cy="914400"/>
          </a:xfrm>
          <a:prstGeom prst="roundRect">
            <a:avLst>
              <a:gd name="adj" fmla="val 10000"/>
            </a:avLst>
          </a:prstGeom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 language model)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GIGANTE que prevê a próxima palavra (Aula 1!)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670048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(generative AI)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CRIA coisas — o nome do nosso curso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(parameters)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que a rede ajusta (a nossa: 2.410)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694176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(placa de vídeo)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9204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que faz milhões de continhas de uma vez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 · O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nomes se encaixam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023360" cy="28346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48840"/>
            <a:ext cx="3017520" cy="210312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514600"/>
            <a:ext cx="2011680" cy="1371600"/>
          </a:xfrm>
          <a:prstGeom prst="ellipse">
            <a:avLst/>
          </a:prstGeom>
          <a:solidFill>
            <a:srgbClr val="C7D2F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2816352"/>
            <a:ext cx="1133856" cy="7680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292608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20116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Analogia: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é o PAÍS. Machine learning é um ESTADO. Deep learning é uma CIDADE desse estado. E a IA generativa (o ChatGPT) é o BAIRRO mais famoso da cidade.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gente entra na cidade.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rede neural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do churrasco, o porteiro, o júri e a fábrica de detetives.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POR 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bicicleta e o avião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1965960"/>
            <a:ext cx="822960" cy="82296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21717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 Árvore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bicicleta: perfeita pra 4 medidas de flor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7373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9659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21717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avião: imagens, voz, texto — milhões de números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te levam. A escala é outra: uma imagem já tem 64 pixels; uma foto de celular, milhões.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A INSPIRAÇÃO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formigueiro do seu cérebro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bilhões de neurônios. Cada um, sozinho, é simples: recebe sinais, soma, dispara.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não está em nenhum deles — está na QUANTIDADE e nas CONEXÕES.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529584"/>
            <a:ext cx="7498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Analogia: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FORMIGA sozinha é boba. O FORMIGUEIRO constrói cidades com ar-condicionado natural. Neurônios são as formigas da inteligência.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1958: o Perceptron — o vovô de todas as redes de hoje.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O NEURÔNIO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do churrasco 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decide se vai ao churrasco. Três informações entram — mas elas NÃO valem igual: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Vai ter sol?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médio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728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Os amigos vão?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7288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7288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MUITO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1920240"/>
            <a:ext cx="261518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Tem grana?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08776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08776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pouco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4747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de cabeça:  </a:t>
            </a:r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sol(1)×3 + amigos(1)×5 + grana(0)×1 = 8</a:t>
            </a:r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passou do seu limite (6)?  VAI!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— entradas × pesos, soma, comparar com um limite — É um neurônio.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OS NOMES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Traduzindo o churrasco pra rede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cada informação importa (amigos = 5). É O QUE A REDE APRENDE.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88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(bias)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'limite interno': animado topa fácil (viés baixo); desanimado precisa de muito (viés alto).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ponderada 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 sum)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conta: z = (entrada×peso) + (entrada×peso) + ... + viés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 soma ponderada o dia inteiro: nota da faculdade (prova peso 4, trabalho peso 2), escolher rolê...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ATIVAÇÃO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porteiro e o júri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(nas camadas do meio)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O PORTEIRO da balada: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negativo NÃO entra (vira 0); positivo entra do jeito que está.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max(0, 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 saída)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O JÚRI do final: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51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as 10 notas e vira PORCENTAGENS que somam 100%. Não diz só quem ganhou — diz a confiança.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"é 92% o 6, 5% o 5..."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ativação, a rede toda seria uma continha reta — incapaz de padrões complexos.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CAMADAS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agência de detetives 🕵️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ENTRADA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8105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64 pixels chegam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andar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ESCONDIDA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7706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detetives júnior acham pistas: 'um traço aqui', 'uma curvinha ali'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andar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SAÍDA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730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chefes juntam as pistas: 'curva em cima + embaixo = cara de 8!'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ensinou os detetives O QUE procurar — eles DESCOBREM as pistas úteis no treino.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OS PARÂMETROS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mesa de DJ com 2.410 botões 🎛️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35458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1828800"/>
            <a:ext cx="5852160" cy="2377440"/>
          </a:xfrm>
          <a:prstGeom prst="roundRect">
            <a:avLst>
              <a:gd name="adj" fmla="val 3846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017520" y="205740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Analogia: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é uma mesa de DJ com 2.410 botõezinhos (os pesos + viéses). No começo, os botões estão em posições ALEATÓRIAS — o som sai horrível (ela chuta ~10%).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= girar botão por botão até o som ficar perfeito.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nossa: </a:t>
            </a:r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2.410 botões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GPT-4: </a:t>
            </a:r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TRILHÕES de botões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 mesma ideia, muda o tamanho da mesa.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 aprende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dardo vendado, a montanha no escuro e o simulado.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 CICLO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Dardo vendado com treinador 🎯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Você joga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palpite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pass)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59152" y="2514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"Passou 30 cm"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mede o erro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(loss)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70832" y="2514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"20 pra esquerda,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pra cima"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culpa de cada movimento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(backpropagation)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82512" y="2514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Corrige o braço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pouquinho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os pesos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(optimizer + learning rate)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dardos depois — na mosca. É EXATAMENTE assim que a rede treina.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com TUDO de uma vez? O dardo vai pro outro lado — por isso passos pequenos (learning rate).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 MESMO CICLO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montanha no escuro 🏔️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35458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1828800"/>
            <a:ext cx="5852160" cy="2377440"/>
          </a:xfrm>
          <a:prstGeom prst="roundRect">
            <a:avLst>
              <a:gd name="adj" fmla="val 3846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017520" y="205740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Outro jeito de ver: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uma montanha de madrugada, sem lanterna. Você não vê o vale (o menor erro), mas SENTE com o pé pra que lado o chão desce (o </a:t>
            </a:r>
            <a:pPr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dá um passo (a </a:t>
            </a:r>
            <a:pPr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Passo a passo, chega lá embaixo.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técnico é literalmente esse: DESCIDA DO GRADIENTE (gradient descent).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 RITMO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Reler o livro e fazer simulado 📚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(batch)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8105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capítulo por capítulo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8105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vê as imagens em pacotinhos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(epoch)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7706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terminou o livro inteiro = 1 época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770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épocas = releu 20 vezes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(validation)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7307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SIMULADO: questões fora da lista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730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guardado só pra conferir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na lista (treino) e bem no simulado (validação) = aprendeu. Arrasa na lista e afunda no simulado = DECOROU (overfitting!).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MEDINDO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treino = a rede aprendendo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0" cy="20116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416052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959352"/>
            <a:ext cx="576072" cy="-905256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912" y="3054096"/>
            <a:ext cx="576072" cy="-462686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57984" y="2591410"/>
            <a:ext cx="768096" cy="-241402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350008"/>
            <a:ext cx="768096" cy="-80467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4176" y="2269541"/>
            <a:ext cx="1152144" cy="-40234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92024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1: ~10%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(chute puro entre 10 números)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0644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20: ~96%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3383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subida = o Adam girando os 2.410 botões na direção certa.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tarefa, o código — e onde o ChatGPT entra nisso tudo.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A TAREFA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dígitos (0–9)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011680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2011680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92224" y="2011680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04288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304288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2304288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92224" y="2304288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596896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" y="2596896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9616" y="2596896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92224" y="2596896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889504"/>
            <a:ext cx="292608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7008" y="2889504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9616" y="2889504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92224" y="2889504"/>
            <a:ext cx="2926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= 64 pixels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2377440"/>
            <a:ext cx="822960" cy="457200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2103120"/>
            <a:ext cx="1005840" cy="10058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235458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79476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agência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detetives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94960" y="2377440"/>
            <a:ext cx="822960" cy="457200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0" y="2103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"92% é um 6"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'olá mundo' das redes neurais — os Correios leem CEP à mão assim há décadas.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código: cada linha é um conceito que você JÁ viu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108960"/>
          </a:xfrm>
          <a:prstGeom prst="roundRect">
            <a:avLst>
              <a:gd name="adj" fmla="val 2941"/>
            </a:avLst>
          </a:prstGeom>
          <a:solidFill>
            <a:srgbClr val="0B102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 = keras.Sequential([              # a pilha de andares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keras.layers.Input(shape=(64,)),   # a recepcao (64 pixels)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keras.layers.Dense(32, 'relu'),    # 32 detetives + o porteiro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keras.layers.Dense(10, 'softmax')  # 10 chefes + o juri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rede.compile(optimizer='adam', ...)    # contratar o treinador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rede.fit(X_treino, y_treino, epochs=20)# 20 releituras do livro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rede.evaluate(X_teste, y_teste)        # a prova final -&gt; ~96%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comentários amarelos são as analogias da aula — nada aqui é mágica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FECHANDO O MAPA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 entra o ChatGPT?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810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distilgpt2 previa a próxima palavra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810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aquilo JÁ ERA uma rede neural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706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0" y="27706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treina uma rede de 2.410 botões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7706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entende cada peça dela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307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LLM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coisa com trilhões de botões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37307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 em quase toda a internet, prevendo a próxima palavra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= a família de redes que CRIAM. Você acabou de entender o motor do curso inteiro.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4 — 3 tarefas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a sua rede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os detetives (neurônios) e treine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8437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curva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1912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sobe? o que significa?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770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neurônio/peso; como aprende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2377440"/>
            <a:ext cx="1463040" cy="14630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743200"/>
            <a:ext cx="731520" cy="731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8640" y="4654296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46542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Entregar:  </a:t>
            </a:r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IAGEN_SEUNOME_F4.ipynb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começou o deep learning!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agora sabe o que é rede neural, deep learning, LLM, IA generativa, GPU e parâmetro — de verdade.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 · 03/07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(2/2) + Somativa 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camadas, overfitting na rede, e a primeira avaliação somativa.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Redes Neurais</dc:title>
  <dc:subject>PptxGenJS Presentation</dc:subject>
  <dc:creator>Marlon Palata Fanger Rodrigues</dc:creator>
  <cp:lastModifiedBy>Marlon Palata Fanger Rodrigues</cp:lastModifiedBy>
  <cp:revision>1</cp:revision>
  <dcterms:created xsi:type="dcterms:W3CDTF">2026-07-02T01:08:24Z</dcterms:created>
  <dcterms:modified xsi:type="dcterms:W3CDTF">2026-07-02T01:08:24Z</dcterms:modified>
</cp:coreProperties>
</file>