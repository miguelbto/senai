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da semana + Projeto de jogo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manhã: relembrar tudo.  ·  À tarde: criar um joguinho com IA (Somativa 1).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MANHÃ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nesta semana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giro rápido pelos 4 dias — pra tudo ficar fresco antes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ESCADA DA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cérebro artificial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19656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6916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1ª geração de texto: a IA prevendo a próxima palavra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69464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9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4414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4414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um classificador de flores: X, y, treino×teste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91256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319272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19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1912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+ Reforço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1912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acurácia, matriz, overfitting · a abelha e o lago (reforço)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41064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69080"/>
            <a:ext cx="402336" cy="40233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9410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94106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artificial: 96% reconhecendo dígitos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 condutor: toda IA aprende padrões a partir de dados pra prever a próxima coisa.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termos que você já domina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'cérebro' que treinamos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e 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 gabarito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441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× teste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4414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estudar × prova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441448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441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4414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% de acertos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31912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14600" y="31912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decorar em vez de aprender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191256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1912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1912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se confunde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41064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39410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Neurônio / camadas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9410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da rede (A4)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941064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39410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94106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prêmio do reforço (A3.1)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à turma antes de revelar cada um — é revisão ativa.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DA SEMANA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famílias de aprendizado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8745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20459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/ reconhece algo, com exemplos que têm resposta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41148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93C5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4114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Árvore · Rede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69164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8745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204597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29184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42900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coisas parecidas, sem respostas prontas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11880" y="41148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A7F3D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611880" y="4114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5040" y="169164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95160" y="18745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2045970"/>
            <a:ext cx="342900" cy="342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035040" y="2999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recompensa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72200" y="33101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jogando, por tentativa e erro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55080" y="41148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FDE68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355080" y="41148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TARDE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projeto: um jogo com IA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Somativa 1 — em grupo, criem um joguinho simples usando 1 técnica.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ESCOLHER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técnica usar no meu jogo? 🧭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46304" cy="822960"/>
          </a:xfrm>
          <a:prstGeom prst="roundRect">
            <a:avLst>
              <a:gd name="adj" fmla="val 62500"/>
            </a:avLst>
          </a:prstGeom>
          <a:solidFill>
            <a:srgbClr val="93C5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precisa DECIDIR / adivinhar algo?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CLASSIFICAÇÃO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2157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adivinha o desenho, diz o perfil do jogador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670048"/>
            <a:ext cx="146304" cy="822960"/>
          </a:xfrm>
          <a:prstGeom prst="roundRect">
            <a:avLst>
              <a:gd name="adj" fmla="val 62500"/>
            </a:avLst>
          </a:prstGeom>
          <a:solidFill>
            <a:srgbClr val="A7F3D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7614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precisa JUNTAR coisas parecidas?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AGRUPAMENTO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090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separa jogadores por estilo (KMeans)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602736"/>
            <a:ext cx="146304" cy="822960"/>
          </a:xfrm>
          <a:prstGeom prst="roundRect">
            <a:avLst>
              <a:gd name="adj" fmla="val 62500"/>
            </a:avLst>
          </a:prstGeom>
          <a:solidFill>
            <a:srgbClr val="FDE68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6941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precisa APRENDER jogando sozinha?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3675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REFORÇO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jogo da velha imbatível, labirinto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dúvida, escolha a mais SIMPLES que resolve. Um jogo de 'adivinha' já vale nota cheia.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simples (usem ou inventem)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Adivinha o desenho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olha e adivinha o número/desenho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691640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73752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Que perfil você 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73752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pelas respostas, diz o perfil do jogador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✊ Pedra-papel-tesoura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os padrões do jogador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660904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73752" y="27523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Jogo da velha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73752" y="3099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sozinha e fica imbatível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Labirinto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3232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personagem acha o caminho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630168"/>
            <a:ext cx="3977640" cy="859536"/>
          </a:xfrm>
          <a:prstGeom prst="roundRect">
            <a:avLst>
              <a:gd name="adj" fmla="val 1063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73752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Agrupador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873752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·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jogadores por estilo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terminal (texto) que funciona &gt; jogo bonito que não roda.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 TÉCNICA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pra editar o mesmo Colab juntos!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cria o notebook → Compartilhar → "qualquer um com o link pode editar" → manda pro grupo. Todos editam ao mesmo tempo, igual Google Docs.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2461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sessão de execução é uma só. Não rodem células ao mesmo tempo — combinem "agora quem executa é o fulano". Editar junto = ok; executar = um de cada vez.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(ChatGPT/Gemini) e consulta aos conteúdos LIBERADAS — mas expliquem o que entregarem.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coisas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201168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3150" y="22059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joguinho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310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GRUPO · todos entregam o MESMO arquivo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IAGEN_GRUPOX_JOGO.ipynb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7830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011680"/>
            <a:ext cx="777240" cy="77724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22059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Relatório individual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846320" y="331012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UM · em PDF · diz grupo, jogo e o que VOCÊ fez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0" y="3840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MEUNOME_Relatorio_S1.pdf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jogo é do grupo. O relatório é seu — é como sabemos quem fez com quem.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SOMATIVA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vale a nota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· o jogo funciona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78308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1206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4688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· técnica correta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12064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1546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· organização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120640" cy="585216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8404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relatório (PDF)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84048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0" y="1783080"/>
            <a:ext cx="2743200" cy="2551176"/>
          </a:xfrm>
          <a:prstGeom prst="roundRect">
            <a:avLst>
              <a:gd name="adj" fmla="val 3584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relatório individual, sem os 40 pts — mesmo com o jogo do grupo ótimo. Cada um entrega o seu!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do grupo + 40 seus = 100.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8572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completa!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revisaram tudo e aplicaram numa criação de verdade — um jogo com IA.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Seg 06/07 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PLN: a máquina aprende a LER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675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Tokenização, análise de sentimentos... e depois: LLMs e engenharia de prompt.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05 Revisao e Projeto</dc:title>
  <dc:subject>PptxGenJS Presentation</dc:subject>
  <dc:creator>Marlon Palata Fanger Rodrigues</dc:creator>
  <cp:lastModifiedBy>Marlon Palata Fanger Rodrigues</cp:lastModifiedBy>
  <cp:revision>1</cp:revision>
  <dcterms:created xsi:type="dcterms:W3CDTF">2026-07-03T12:45:00Z</dcterms:created>
  <dcterms:modified xsi:type="dcterms:W3CDTF">2026-07-03T12:45:00Z</dcterms:modified>
</cp:coreProperties>
</file>