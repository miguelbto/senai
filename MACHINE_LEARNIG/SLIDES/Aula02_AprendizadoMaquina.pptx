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2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a Aula 1 e a 'escada' do curso. Hoje eles TREINAM 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Frase-espinha. Hoje: prever um rótulo, e VOCÊS treinam.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Antes: programador escrevia as regras. Agora: mostra exemplos.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é supervisionado: damos a espécie junto com cada flor.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são as perguntas (medidas); y é a resposta (espécie). A IA liga uma na outra.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roteiro do Live Code. Quatro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Pergunta: por que não testar com as mesmas flores do treino?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'das flores que conheço, quais são as mais parecidas? Deve ser a mesma espécie.'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é a mesma receita: aprender com exemplos para prever casos novos.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com algo que eles conhecem (PictureThis/PlantNet).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Construa devagar; aponte cada bloco da esteira.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última célula confere tarefa por tarefa e diz se pode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Entregue o P.S. da Aula 2. Gancho para métricas.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743200"/>
            <a:ext cx="2743200" cy="274320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IA GENERATIVA  ·  40h  ·  TURMA DEV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30/06  ·  08h–12h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  Treine sua primeira 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VIEMOS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no 2º degrau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385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488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próxima palavra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50592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24328" y="1920240"/>
            <a:ext cx="1938528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24328" y="1920240"/>
            <a:ext cx="1938528" cy="1828800"/>
          </a:xfrm>
          <a:prstGeom prst="roundRect">
            <a:avLst>
              <a:gd name="adj" fmla="val 5000"/>
            </a:avLst>
          </a:prstGeom>
          <a:ln w="254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21488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— hoje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34056" y="260604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um rótulo (a espécie)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0016" y="1920240"/>
            <a:ext cx="19385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21488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9744" y="260604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redes, linguagem, imagem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01968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75704" y="1920240"/>
            <a:ext cx="19385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75704" y="21488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5432" y="260604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&amp; cia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IA aprende padrões para prever a próxima coisa — só muda O QUE ela prevê.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Aprendizado de Máquina?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aprende com EXEMPLOS,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seguir regras escritas à mão.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Mostramos muitos exemplos com a resposta certa — e ela descobre o padrão sozinha.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2286000"/>
            <a:ext cx="1645920" cy="1645920"/>
          </a:xfrm>
          <a:prstGeom prst="ellipse">
            <a:avLst/>
          </a:prstGeom>
          <a:solidFill>
            <a:srgbClr val="1518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6974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TIPOS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IA pode aprender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15184" cy="2697480"/>
          </a:xfrm>
          <a:prstGeom prst="roundRect">
            <a:avLst>
              <a:gd name="adj" fmla="val 3497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resposta certa (ex.: flor + espécie)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286000" y="1874520"/>
            <a:ext cx="731520" cy="27432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0128" y="1783080"/>
            <a:ext cx="2615184" cy="269748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84448" y="2057400"/>
            <a:ext cx="731520" cy="73152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11296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resposta; acha grupos sozinha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71616" y="1783080"/>
            <a:ext cx="2615184" cy="269748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45936" y="2057400"/>
            <a:ext cx="731520" cy="73152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reforço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72784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 e erro com recompensa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rótulos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X = dados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que a IA olha): as 4 medidas da flor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[ 5.1,  3.5,  1.4,  0.2 ]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y = rótulo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(a resposta certa): a espécie  →  </a:t>
            </a:r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DE HOJE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esteira do Machine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4003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 + espécie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77440" y="27432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624328" y="19202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27248" y="2194560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988" y="24003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24328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715768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453128" y="27432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700016" y="19202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02936" y="2194560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24003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0016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791456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528816" y="27432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775704" y="19202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278624" y="2194560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240030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75704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867144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 nova → espécie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IMPORTANTE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separar treino e teste?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0" y="2286000"/>
            <a:ext cx="1554480" cy="15544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620" y="267462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0116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Treinamos com 80% das flores… 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guardamos 20% para a “prova”.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IA acerta flores que NUNCA viu, então ela aprendeu de verdade — não apenas decorou.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ELA APRENDE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olha os vizinhos parecidos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2377440"/>
          </a:xfrm>
          <a:prstGeom prst="roundRect">
            <a:avLst>
              <a:gd name="adj" fmla="val 384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1005840" cy="100584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6289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194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= “K vizinhos mais próximos”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286000" y="27432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Diante de uma flor nova, ele procura as flores mais parecidas que já viu e responde a espécie da maioria.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já é usado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1518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75688"/>
            <a:ext cx="603504" cy="603504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2265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spam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310128" y="1783080"/>
            <a:ext cx="261518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38728" y="2075688"/>
            <a:ext cx="603504" cy="603504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22656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70248" y="1783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071616" y="1783080"/>
            <a:ext cx="261518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00216" y="2075688"/>
            <a:ext cx="603504" cy="603504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222656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31736" y="1783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crédito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3108960"/>
            <a:ext cx="261518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401568"/>
            <a:ext cx="603504" cy="603504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355244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1089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a diagnóstico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3310128" y="3108960"/>
            <a:ext cx="261518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538728" y="3401568"/>
            <a:ext cx="603504" cy="603504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604" y="355244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70248" y="31089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fraude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071616" y="3108960"/>
            <a:ext cx="261518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00216" y="3401568"/>
            <a:ext cx="603504" cy="603504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092" y="355244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31736" y="31089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mais...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291840" cy="3291840"/>
          </a:xfrm>
          <a:prstGeom prst="ellipse">
            <a:avLst/>
          </a:prstGeom>
          <a:solidFill>
            <a:srgbClr val="16A34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94360"/>
            <a:ext cx="822960" cy="82296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8001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treinar uma IA que descobre a espécie de uma flor a partir de 4 medidas.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os apps que identificam plantas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só que com medidas, não com foto.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Code: o classificador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3017520"/>
          </a:xfrm>
          <a:prstGeom prst="roundRect">
            <a:avLst>
              <a:gd name="adj" fmla="val 3030"/>
            </a:avLst>
          </a:prstGeom>
          <a:solidFill>
            <a:srgbClr val="0B102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load_iris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= load_iris()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iris.data, iris.target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train_test_split(X, y, test_size=0.2)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KNeighborsClassifier()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modelo.fit(X_tr, y_tr)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print(iris.target_names[modelo.predict([[5.0,3.4,1.5,0.2]])[0]])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→ separar → treinar → prever.   (a explicação linha a linha está no guia do professor)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Formativa 2 — 3 tarefas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7510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sua flor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as 4 medidas e veja a espécie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34056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8437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 nota da 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1912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% das flores ela acerta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770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42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a Aula 1 (1 frase)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2377440"/>
            <a:ext cx="1463040" cy="146304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743200"/>
            <a:ext cx="731520" cy="7315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8640" y="4654296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22960" y="46542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Conferir e entregar:  </a:t>
            </a:r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IAGEN_SEUNOME_F2.ipynb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560320"/>
            <a:ext cx="3657600" cy="36576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8572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usou uma IA pronta — você TREINOU a sua. Esse é o coração de quase toda IA.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E21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383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Próxima aula · 01/07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 (parte 2)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7673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bom é o nosso modelo, de verdade? Vamos avaliar e melhorar.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DE HOJE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scikit-learn (sklearn)</a:t>
            </a:r>
            <a:endParaRPr lang="en-US" sz="3200" dirty="0"/>
          </a:p>
        </p:txBody>
      </p:sp>
      <p:sp>
        <p:nvSpPr>
          <p:cNvPr id="30" name="Subtitle Bridge"/>
          <p:cNvSpPr/>
          <p:nvPr/>
        </p:nvSpPr>
        <p:spPr>
          <a:xfrm>
            <a:off x="548640" y="1426464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Aula 1 → transformers  ·  hoje → sklearn  ·  </a:t>
            </a: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= caixa de ferramentas pronta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15184" cy="269748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prontos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como o KNN, já implementados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10128" y="1783080"/>
            <a:ext cx="2615184" cy="269748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84448" y="2057400"/>
            <a:ext cx="731520" cy="73152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exemplo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11296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flores Iris, já embutidas (sem download)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71616" y="1783080"/>
            <a:ext cx="2615184" cy="269748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45936" y="2057400"/>
            <a:ext cx="731520" cy="73152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avaliar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72784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treino/teste e medir o acerto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02 — Aprendizado de Máquina</dc:title>
  <dc:subject>PptxGenJS Presentation</dc:subject>
  <dc:creator>Marlon Palata Fanger Rodrigues</dc:creator>
  <cp:lastModifiedBy>Marlon Palata Fanger Rodrigues</cp:lastModifiedBy>
  <cp:revision>1</cp:revision>
  <dcterms:created xsi:type="dcterms:W3CDTF">2026-06-29T21:23:07Z</dcterms:created>
  <dcterms:modified xsi:type="dcterms:W3CDTF">2026-06-29T21:23:07Z</dcterms:modified>
</cp:coreProperties>
</file>