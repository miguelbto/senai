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743200"/>
            <a:ext cx="2743200" cy="274320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IA GENERATIVA · 40h · TURMA DEV · SEMANA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máquina enxerga: de pixels a detecção de objetos e rostos  ·  Formativa 7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máquina enxerga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revelação: para o computador, imagem é só número.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SEGREDO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= matriz de números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🐶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cachorro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1518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MÁQUINA vê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3774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123 130 128 140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118 205 210 132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120 208 215 129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119 130 126 138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3977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tabela de números (pixels)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8046720" cy="411480"/>
          </a:xfrm>
          <a:prstGeom prst="roundRect">
            <a:avLst>
              <a:gd name="adj" fmla="val 2222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617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pixel = um número (0 a 255).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nunca vê a foto — só os números.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42232" y="777240"/>
            <a:ext cx="1005840" cy="100584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3692" y="10287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fio do curso continua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097280" y="2651760"/>
            <a:ext cx="6949440" cy="1097280"/>
          </a:xfrm>
          <a:prstGeom prst="roundRect">
            <a:avLst>
              <a:gd name="adj" fmla="val 8333"/>
            </a:avLst>
          </a:prstGeom>
          <a:solidFill>
            <a:srgbClr val="1E21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80160" y="26974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 IA aprende padrões nos dados." Na visão, os dados são os NÚMEROS dos pixels.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 do texto — agora com imagens.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objetos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na imagem e onde — com o YOLO.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+ Onde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= responder 2 perguntas: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(é um carro?) e ONDE (uma caixa em volta).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8760" y="3246120"/>
            <a:ext cx="640080" cy="6400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34061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pronto e rápido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3246120"/>
            <a:ext cx="640080" cy="6400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34061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classes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pessoa, carro, cão, celular...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95160" y="3246120"/>
            <a:ext cx="640080" cy="6400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34061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7220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ele está certo (%)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= 'You Only Look Once' — olha a imagem inteira de uma vez, por isso é rápido.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rostos — uma técnica clássica do OpenCV.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facial (OpenCV)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facial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achar ONDE tem rosto (não de quem é). Técnica clássica: o 'classificador Haar', já pronto no OpenCV.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Vai bem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rostos de frente, bem iluminados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32004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Falha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rostos de perfil, inclinados ou escuros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tecnologia do 'quadradinho no rosto' das câmeras antigas.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limites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IA erra — e por quê.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MODELO É PERFEITO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erra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erra fora do padrão que treinou: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desenho, ângulo estranho, escuridão, objeto pela metade.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1518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29184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ela só viu NÚMEROS e aprendeu PADRÕES.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não entende o mundo como você.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 do curso: a IA é fenomenal em padrões, mas não compreende.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Formativa 7 — 3 Missões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749808"/>
          </a:xfrm>
          <a:prstGeom prst="roundRect">
            <a:avLst>
              <a:gd name="adj" fmla="val 12195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🕵️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Caça-Objetos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167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5+ tipos com YOLO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852160" cy="749808"/>
          </a:xfrm>
          <a:prstGeom prst="roundRect">
            <a:avLst>
              <a:gd name="adj" fmla="val 12195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65176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Detetive Visual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30358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objetos e rostos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852160" cy="749808"/>
          </a:xfrm>
          <a:prstGeom prst="roundRect">
            <a:avLst>
              <a:gd name="adj" fmla="val 12195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52044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Enganar a 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9044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onde ele erra + explicar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331720"/>
            <a:ext cx="1280160" cy="128016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651760"/>
            <a:ext cx="640080" cy="6400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48640" y="452628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4526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por grupo: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das missões + Relatório de Missões (Word)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560320"/>
            <a:ext cx="3657600" cy="36576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8572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822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ensinou a máquina a enxergar!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pixels a detecção de objetos e rostos — e descobriu onde a IA se engana.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1E21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 · Seg 13/07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visão que reconhece à que CRIA 🎨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6758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vai gerar imagens do zero a partir de uma frase (modelos de difusão) + voz e multimodalidade.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08 Visao Computacional</dc:title>
  <dc:subject>PptxGenJS Presentation</dc:subject>
  <dc:creator>Marlon</dc:creator>
  <cp:lastModifiedBy>Marlon</cp:lastModifiedBy>
  <cp:revision>1</cp:revision>
  <dcterms:created xsi:type="dcterms:W3CDTF">2026-07-07T19:40:01Z</dcterms:created>
  <dcterms:modified xsi:type="dcterms:W3CDTF">2026-07-07T19:40:01Z</dcterms:modified>
</cp:coreProperties>
</file>