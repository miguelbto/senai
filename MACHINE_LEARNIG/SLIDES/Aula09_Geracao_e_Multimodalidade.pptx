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IA GENERATIVA · 40h · TURMA DEV · PENÚLTIMA AULA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09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visão que reconhece à que CRIA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imagens · multimodalidade · voz em texto (STT)  ·  Formativa 8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imagens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frase à imagem — com modelos de difusão.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IA DESENHA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difusão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🖼️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real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0906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 do treino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60320" y="19202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057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🌫️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603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ruído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51760" y="30906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chuvisco, de propósito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2377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057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✨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desfaz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30906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limpar o ruído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83680" y="19202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2057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🎨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58368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imagem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30906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ruído + seu texto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397764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fio do curso: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= prever os PIXELS que combinam com o seu texto, a partir de padrões aprendidos.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prompt de imagem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assunto principal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wooden house"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90672" y="2331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450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deve parecer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"watercolor"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33872" y="2331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+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2450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toque extra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"snowy mountains"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wooden house, watercolor, snowy mountains in the background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prompts em inglês costumam render melhor. Quanto mais específico, melhor.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Multimodalidade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que junta imagem e texto.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OS SENTIDOS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multimodal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um modelo que lida com mais de um tipo de dado ao mesmo tempo (imagem, texto, som).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→ Imagem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gerador de hoje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(você escreve, ele desenha)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30632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→ Texto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657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descritor (BLIP)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 olha e escreve a legenda)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pontas se encontram — isso é multimodalidade.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— voz em texto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som também vira número.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VOZ AO 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(Speech to Text)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= onda sonora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0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número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onda é medida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40680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52160" y="201168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8521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transcreve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→ palavras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 transcreve dezenas de idiomas, inclusive português. Mesma ideia: tudo vira número.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Formativa 8 — Gerando imagens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760720" cy="621792"/>
          </a:xfrm>
          <a:prstGeom prst="roundRect">
            <a:avLst>
              <a:gd name="adj" fmla="val 1470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0195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8379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 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8379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receita: o quê + estilo + detalhe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760720" cy="621792"/>
          </a:xfrm>
          <a:prstGeom prst="roundRect">
            <a:avLst>
              <a:gd name="adj" fmla="val 1470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3347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5694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a imagem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5694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seu prompt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760720" cy="621792"/>
          </a:xfrm>
          <a:prstGeom prst="roundRect">
            <a:avLst>
              <a:gd name="adj" fmla="val 1470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36499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00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uma variação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3009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tema, outro estilo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760720" cy="621792"/>
          </a:xfrm>
          <a:prstGeom prst="roundRect">
            <a:avLst>
              <a:gd name="adj" fmla="val 1470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09651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0325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40325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multimodal?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86600" y="2468880"/>
            <a:ext cx="1188720" cy="118872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3780" y="2766060"/>
            <a:ext cx="594360" cy="5943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48640" y="4754880"/>
            <a:ext cx="8046720" cy="384048"/>
          </a:xfrm>
          <a:prstGeom prst="roundRect">
            <a:avLst>
              <a:gd name="adj" fmla="val 2381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22960" y="47548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IAGEN_SEUNOME_F8.ipynb  ·  autocorreção no fim do notebook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8572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822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ensinou a máquina a CRIAR!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uma frase a uma imagem nova — e ainda juntou imagem, texto e voz.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1E21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aula · Ter 15/07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 os NOSSOS dados + Somativa 2 🚀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personalizados / RAG, a avaliação somativa e o encerramento do curso.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09 Geracao e Multimodalidade</dc:title>
  <dc:subject>PptxGenJS Presentation</dc:subject>
  <dc:creator>Marlon</dc:creator>
  <cp:lastModifiedBy>Marlon</cp:lastModifiedBy>
  <cp:revision>1</cp:revision>
  <dcterms:created xsi:type="dcterms:W3CDTF">2026-07-08T17:41:22Z</dcterms:created>
  <dcterms:modified xsi:type="dcterms:W3CDTF">2026-07-08T17:41:22Z</dcterms:modified>
</cp:coreProperties>
</file>