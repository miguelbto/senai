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VCdKyb9Z1Crdeg1+TZcfEhiZ6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(08:00–08:20). Boas-vindas, contrato pedagógico, aplicar diagnóstica no Forms.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como o dia se divide. Bem prático: a maior parte é mão na massa no fim.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Deixar claro o combinado: formativa com apoio, somativa sozinho. Tranquiliza a turma.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 mediadora: 'Onde você já usou IA hoje sem perceber?'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Ideia central: a IA Generativa não surgiu do nada — é o topo de uma escada longa.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Rápido. Peça exemplos da turma de onde mais veem IA.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Pergunta: 'Qual a diferença entre um sistema que decide e um que cria?'</a:t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Analogia: como um músico que ouviu milhares de canções e compõe uma nova.</a:t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Hoje focamos em TEXTO (é o que vamos rodar no Hello IA). Imagem vem na semana de Visão.</a:t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Conecta com a Parte 3 da Formativa (eles vão escrever 1 risco + 1 cuidado).</a:t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Debate guiado de ~10 min. Não há resposta certa; valorize argumentos.</a:t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na sua tela cada passo. O Colab roda no Google, então não trava na rede da escola.</a:t>
            </a:r>
            <a:endParaRPr/>
          </a:p>
        </p:txBody>
      </p:sp>
      <p:sp>
        <p:nvSpPr>
          <p:cNvPr id="262" name="Google Shape;2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Rode ao vivo. Saída pode sair meio sem sentido (modelo pequeno) — isso é proposital, serve pro conceito.</a:t>
            </a:r>
            <a:endParaRPr/>
          </a:p>
        </p:txBody>
      </p:sp>
      <p:sp>
        <p:nvSpPr>
          <p:cNvPr id="283" name="Google Shape;2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Eles trabalham ~50 min. Professores circulam. Erro comum: esquecer de trocar o '____'.</a:t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Encerrar no horário. Recado da próxima aula deixa a turma curiosa.</a:t>
            </a:r>
            <a:endParaRPr/>
          </a:p>
        </p:txBody>
      </p:sp>
      <p:sp>
        <p:nvSpPr>
          <p:cNvPr id="307" name="Google Shape;30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8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868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17830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PROGRAMAÇÃO EM IA GENERATIVA  ·  40h  ·  TURMA DEV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Aula 01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Introdução à Inteligência Artificial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29/06  ·  08h–12h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Profes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sores: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Marlon Palata Fanger Rodrigues</a:t>
            </a:r>
            <a:endParaRPr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Felipe A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ugusto Stevanim 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Gregate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AGENDA · 29/06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Agenda de hoje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600200"/>
            <a:ext cx="8046720" cy="658368"/>
          </a:xfrm>
          <a:prstGeom prst="roundRect">
            <a:avLst>
              <a:gd fmla="val 13889" name="adj"/>
            </a:avLst>
          </a:prstGeom>
          <a:solidFill>
            <a:srgbClr val="EEF2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77240" y="1746504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77240" y="1746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25880" y="1600200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08:00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377440" y="1600200"/>
            <a:ext cx="6035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Abertura + contrato + diagnóstica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350008"/>
            <a:ext cx="8046720" cy="658368"/>
          </a:xfrm>
          <a:prstGeom prst="roundRect">
            <a:avLst>
              <a:gd fmla="val 13889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77240" y="2496312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77240" y="24963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25880" y="2350008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08:20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377440" y="2350008"/>
            <a:ext cx="6035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que é IA: definição, história e aplicações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3099816"/>
            <a:ext cx="8046720" cy="658368"/>
          </a:xfrm>
          <a:prstGeom prst="roundRect">
            <a:avLst>
              <a:gd fmla="val 13889" name="adj"/>
            </a:avLst>
          </a:prstGeom>
          <a:solidFill>
            <a:srgbClr val="EEF2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25880" y="3099816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09:00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377440" y="3099816"/>
            <a:ext cx="6035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 Generativa + Ética (debate)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3849624"/>
            <a:ext cx="8046720" cy="658368"/>
          </a:xfrm>
          <a:prstGeom prst="roundRect">
            <a:avLst>
              <a:gd fmla="val 13889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7240" y="3995928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77240" y="39959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25880" y="3849624"/>
            <a:ext cx="1005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10:05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377440" y="3849624"/>
            <a:ext cx="6035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Setup + "Hello IA" + Formativa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☕  Intervalo às 09:50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CONTRATO PEDAGÓGICO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Como o curso funciona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737360"/>
            <a:ext cx="2615184" cy="2651760"/>
          </a:xfrm>
          <a:prstGeom prst="roundRect">
            <a:avLst>
              <a:gd fmla="val 349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777240" y="28803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Toda aula: Formativa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240" y="342900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Você pratica com apoio do professor. Pode consultar e tirar dúvidas.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10128" y="1737360"/>
            <a:ext cx="2615184" cy="2651760"/>
          </a:xfrm>
          <a:prstGeom prst="roundRect">
            <a:avLst>
              <a:gd fmla="val 349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584448" y="201168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7328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3538728" y="28803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Fim de semana: Somativa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538728" y="342900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Você resolve sozinho, vale nota. Mostra o que aprendeu.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071616" y="1737360"/>
            <a:ext cx="2615184" cy="2651760"/>
          </a:xfrm>
          <a:prstGeom prst="roundRect">
            <a:avLst>
              <a:gd fmla="val 349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45936" y="201168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8816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6300216" y="28803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Foco: prático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300216" y="342900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Pouca teoria, muito código e um projeto generativo no final.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CONCEITO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O que é Inteligência Artificial?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1783080"/>
            <a:ext cx="5577840" cy="2651760"/>
          </a:xfrm>
          <a:prstGeom prst="roundRect">
            <a:avLst>
              <a:gd fmla="val 3448" name="adj"/>
            </a:avLst>
          </a:prstGeom>
          <a:solidFill>
            <a:srgbClr val="EEF2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868680" y="20574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Sistemas capazes de executar tarefas que exigiriam inteligência humana: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4400" y="29718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decidir e prever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reconhecer (voz, imagem, texto)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e agora… criar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766560" y="2331720"/>
            <a:ext cx="1554480" cy="1554480"/>
          </a:xfrm>
          <a:prstGeom prst="ellipse">
            <a:avLst/>
          </a:prstGeom>
          <a:solidFill>
            <a:srgbClr val="1518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5180" y="2720340"/>
            <a:ext cx="77724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HISTÓRIA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Como chegamos até aqui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914400" y="2697480"/>
            <a:ext cx="7315200" cy="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/>
          <p:nvPr/>
        </p:nvSpPr>
        <p:spPr>
          <a:xfrm>
            <a:off x="795528" y="257860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74320" y="20574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1958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37160" y="2926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Perceptron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" y="32918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primeiro neurônio artificial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624328" y="257860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2103120" y="20574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1990s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965960" y="2926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874520" y="32918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máquinas que aprendem com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453128" y="257860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931920" y="20574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2012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794760" y="2926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703320" y="32918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redes profundas, salto de qualidade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281928" y="257860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760720" y="20574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623560" y="2926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532120" y="32918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arquitetura que mudou tudo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110728" y="2578608"/>
            <a:ext cx="237744" cy="23774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7589520" y="20574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452360" y="2926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 Generativa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60920" y="32918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ChatGPT e a explosão do GenAI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NO MUNDO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A IA já está em todo lugar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1691640"/>
            <a:ext cx="261518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49808" y="1984248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684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1463040" y="18928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Saúde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463040" y="22585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apoio a diagnósticos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310128" y="1691640"/>
            <a:ext cx="261518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511296" y="1984248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2172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4224528" y="18928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224528" y="22585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autocompletar e revisar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071616" y="1691640"/>
            <a:ext cx="261518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272784" y="1984248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3660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6986016" y="18928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Atendimento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986016" y="225856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chatbots e assistentes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3017520"/>
            <a:ext cx="261518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49808" y="3310128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684" y="34610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1463040" y="32186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463040" y="358444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gerar e editar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310128" y="3017520"/>
            <a:ext cx="261518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511296" y="3310128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2172" y="34610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4224528" y="32186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Carros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224528" y="358444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direção autônoma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071616" y="3017520"/>
            <a:ext cx="261518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272784" y="3310128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3660" y="34610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6986016" y="32186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986016" y="3584448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streaming e compras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 GRANDE VIRADA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Dois tipos de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1737360"/>
            <a:ext cx="3931920" cy="2697480"/>
          </a:xfrm>
          <a:prstGeom prst="roundRect">
            <a:avLst>
              <a:gd fmla="val 3390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64748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90" y="220599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1828800" y="21488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IA Tradicional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68680" y="2971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Classifica, prevê, decide.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60120" y="33832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 spam ou não?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Vai chover amanhã?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663440" y="1737360"/>
            <a:ext cx="3931920" cy="2697480"/>
          </a:xfrm>
          <a:prstGeom prst="roundRect">
            <a:avLst>
              <a:gd fmla="val 3390" name="adj"/>
            </a:avLst>
          </a:prstGeom>
          <a:solidFill>
            <a:srgbClr val="EEF2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983480" y="2011680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220599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5943600" y="21488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IA Generativa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983480" y="29718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Cria conteúdo novo.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074920" y="33832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Escreve um 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Gera uma imagem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Programa pra você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CONCEITO-CHAVE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O que é IA Generativa?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675120" y="2240280"/>
            <a:ext cx="1645920" cy="1645920"/>
          </a:xfrm>
          <a:prstGeom prst="ellipse">
            <a:avLst/>
          </a:prstGeom>
          <a:solidFill>
            <a:srgbClr val="1518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26517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640080" y="201168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Ela aprende os </a:t>
            </a:r>
            <a:r>
              <a:rPr b="1" i="0" lang="en-US" sz="2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padrões</a:t>
            </a:r>
            <a:r>
              <a:rPr b="0" i="0" lang="en-US" sz="24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 de muitos dados…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40080" y="26517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…e </a:t>
            </a:r>
            <a:r>
              <a:rPr b="1" i="0" lang="en-US" sz="2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gera amostras novas</a:t>
            </a:r>
            <a:r>
              <a:rPr b="0" i="0" lang="en-US" sz="24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 que nunca existiram.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0080" y="347472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Não copia: combina o que aprendeu para produzir algo original.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CAPACIDADES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O que ela consegue gerar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640" y="1828800"/>
            <a:ext cx="1938528" cy="2377440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106424" y="210312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164" y="23088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548640" y="3108960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58368" y="3493008"/>
            <a:ext cx="1719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artigos, e-mails, respostas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624328" y="1828800"/>
            <a:ext cx="1938528" cy="2377440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182112" y="210312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852" y="23088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2624328" y="3108960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734056" y="3493008"/>
            <a:ext cx="1719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arte, fotos,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00016" y="1828800"/>
            <a:ext cx="1938528" cy="2377440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5257800" y="210312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3540" y="23088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4700016" y="3108960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809744" y="3493008"/>
            <a:ext cx="1719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funções, sites, scripts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775704" y="1828800"/>
            <a:ext cx="1938528" cy="2377440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7333488" y="210312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9228" y="23088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6775704" y="3108960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Áudio &amp; Vídeo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885432" y="3493008"/>
            <a:ext cx="1719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voz, música, clipes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USO RESPONSÁVEL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Com grande poder… vem responsabilidade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1783080"/>
            <a:ext cx="2615184" cy="1170432"/>
          </a:xfrm>
          <a:prstGeom prst="roundRect">
            <a:avLst>
              <a:gd fmla="val 7813" name="adj"/>
            </a:avLst>
          </a:prstGeom>
          <a:solidFill>
            <a:srgbClr val="FEF2F2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49808" y="2066544"/>
            <a:ext cx="603504" cy="603504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684" y="22174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1463040" y="1965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Viés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463040" y="2331720"/>
            <a:ext cx="1627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aprende preconceitos dos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310128" y="1783080"/>
            <a:ext cx="2615184" cy="1170432"/>
          </a:xfrm>
          <a:prstGeom prst="roundRect">
            <a:avLst>
              <a:gd fmla="val 7813" name="adj"/>
            </a:avLst>
          </a:prstGeom>
          <a:solidFill>
            <a:srgbClr val="FEF2F2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511296" y="2066544"/>
            <a:ext cx="603504" cy="603504"/>
          </a:xfrm>
          <a:prstGeom prst="ellipse">
            <a:avLst/>
          </a:prstGeom>
          <a:solidFill>
            <a:srgbClr val="DC2626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2172" y="22174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4224528" y="1965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Alucinação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224528" y="2331720"/>
            <a:ext cx="1627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inventa fatos com confiança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071616" y="1783080"/>
            <a:ext cx="2615184" cy="1170432"/>
          </a:xfrm>
          <a:prstGeom prst="roundRect">
            <a:avLst>
              <a:gd fmla="val 7813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272784" y="2066544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3660" y="221742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6986016" y="19659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Direitos autorais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986016" y="2331720"/>
            <a:ext cx="1627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quem é o que ela gera?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48640" y="3081528"/>
            <a:ext cx="2615184" cy="1170432"/>
          </a:xfrm>
          <a:prstGeom prst="roundRect">
            <a:avLst>
              <a:gd fmla="val 7813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749808" y="3364992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684" y="35158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1463040" y="32644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Deepfakes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463040" y="3630168"/>
            <a:ext cx="1627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conteúdo falso e convincente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310128" y="3081528"/>
            <a:ext cx="2615184" cy="1170432"/>
          </a:xfrm>
          <a:prstGeom prst="roundRect">
            <a:avLst>
              <a:gd fmla="val 7813" name="adj"/>
            </a:avLst>
          </a:prstGeom>
          <a:solidFill>
            <a:srgbClr val="F1F5F9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3511296" y="3364992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2172" y="351586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4224528" y="326440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224528" y="3630168"/>
            <a:ext cx="1627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dados sensíveis nos prompts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83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-914400" y="3108960"/>
            <a:ext cx="3291840" cy="3291840"/>
          </a:xfrm>
          <a:prstGeom prst="ellipse">
            <a:avLst/>
          </a:prstGeom>
          <a:solidFill>
            <a:srgbClr val="4F46E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7543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554480" y="658368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Vamos debater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1325880" y="1783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Quem é responsável quando a IA erra?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325880" y="2697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Usar IA pra fazer a prova de outra pessoa — qual o problema?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325880" y="3611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cuidado um dev deve ter ao colocar IA num produto?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MÃOS À OBRA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Preparar o ambiente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949440" y="2286000"/>
            <a:ext cx="1463040" cy="1463040"/>
          </a:xfrm>
          <a:prstGeom prst="ellipse">
            <a:avLst/>
          </a:prstGeom>
          <a:solidFill>
            <a:srgbClr val="15183B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65176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280160" y="1737360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Abrir o Google Colab → Arquivo → Salvar uma cópia no Drive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280160" y="2395728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Entrar com a sua conta Google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280160" y="3054096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Criar conta no Hugging Face (token de acesso)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280160" y="3712464"/>
            <a:ext cx="5394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Pronto! Sem instalar nada · sem chave de API paga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83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Code: "Hello, IA"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7955280" y="45720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300" y="6172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/>
          <p:cNvSpPr/>
          <p:nvPr/>
        </p:nvSpPr>
        <p:spPr>
          <a:xfrm>
            <a:off x="548640" y="1234440"/>
            <a:ext cx="8046720" cy="2286000"/>
          </a:xfrm>
          <a:prstGeom prst="roundRect">
            <a:avLst>
              <a:gd fmla="val 4000" name="adj"/>
            </a:avLst>
          </a:prstGeom>
          <a:solidFill>
            <a:srgbClr val="0B1020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822960" y="1417320"/>
            <a:ext cx="7498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from transformers import pipeline, set_seed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set_seed(42)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gerador = pipeline('text-generation',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model='distilgpt2')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texto = gerador('Artificial intelligence is',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max_new_tokens=30, do_sample=True)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print(texto[0]['generated_text'])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 modelo CONTINUA a frase.  max_new_tokens = nº de palavras  ·  do_sample = criatividade.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SUA VEZ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Formativa 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822960" y="201168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Parte 2 — troque o prompt e mude os parâmetros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Parte 3 — escreva 1 risco ético + 1 cuidado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5183B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15183B"/>
                </a:solidFill>
                <a:latin typeface="Calibri"/>
                <a:ea typeface="Calibri"/>
                <a:cs typeface="Calibri"/>
                <a:sym typeface="Calibri"/>
              </a:rPr>
              <a:t>Rode a auto-correção (precisa dar 3/3)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822960" y="3611880"/>
            <a:ext cx="4846320" cy="640080"/>
          </a:xfrm>
          <a:prstGeom prst="roundRect">
            <a:avLst>
              <a:gd fmla="val 14286" name="adj"/>
            </a:avLst>
          </a:prstGeom>
          <a:solidFill>
            <a:srgbClr val="EEF2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1005840" y="36118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Entregar no Classroom:  </a:t>
            </a:r>
            <a:r>
              <a:rPr b="1" i="0" lang="en-US" sz="1350" u="none" cap="none" strike="noStrike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rPr>
              <a:t>IAGEN_SEUNOME_F1.ipynb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675120" y="2377440"/>
            <a:ext cx="1554480" cy="15544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740" y="2766060"/>
            <a:ext cx="77724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83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810" y="8572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/>
          <p:nvPr/>
        </p:nvSpPr>
        <p:spPr>
          <a:xfrm>
            <a:off x="548640" y="1691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Fechamento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Responda a autoavaliação no Forms.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548640" y="3154680"/>
            <a:ext cx="8046720" cy="1005840"/>
          </a:xfrm>
          <a:prstGeom prst="roundRect">
            <a:avLst>
              <a:gd fmla="val 9091" name="adj"/>
            </a:avLst>
          </a:prstGeom>
          <a:solidFill>
            <a:srgbClr val="1E2150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Próxima aula · 30/06  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Aprendizado de Máquina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868680" y="370332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Vamos treinar nosso primeiro modelo de verdade!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2026-06-28T14:53:48Z</dcterms:created>
  <dc:creator>Marlon Palata Fanger Rodrigues</dc:creator>
</cp:coreProperties>
</file>