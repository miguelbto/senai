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2634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840480"/>
            <a:ext cx="4206240" cy="4206240"/>
          </a:xfrm>
          <a:prstGeom prst="ellipse">
            <a:avLst/>
          </a:prstGeom>
          <a:solidFill>
            <a:srgbClr val="1620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TECHFOOD API  •  MIGRAÇÃO ARQUITETURAL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DDD Modular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completa de cada módulo: pastas, subpastas, responsabilidades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raciocínio para continuar a construção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905256" cy="384048"/>
          </a:xfrm>
          <a:prstGeom prst="roundRect">
            <a:avLst>
              <a:gd name="adj" fmla="val 50000"/>
            </a:avLst>
          </a:prstGeom>
          <a:solidFill>
            <a:srgbClr val="26348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61772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892808" y="4617720"/>
            <a:ext cx="1431036" cy="384048"/>
          </a:xfrm>
          <a:prstGeom prst="roundRect">
            <a:avLst>
              <a:gd name="adj" fmla="val 50000"/>
            </a:avLst>
          </a:prstGeom>
          <a:solidFill>
            <a:srgbClr val="26348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92808" y="4617720"/>
            <a:ext cx="14310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88436" y="4617720"/>
            <a:ext cx="1746504" cy="384048"/>
          </a:xfrm>
          <a:prstGeom prst="roundRect">
            <a:avLst>
              <a:gd name="adj" fmla="val 50000"/>
            </a:avLst>
          </a:prstGeom>
          <a:solidFill>
            <a:srgbClr val="26348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88436" y="461772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99532" y="4617720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26348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9532" y="46177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00316" y="4617720"/>
            <a:ext cx="905256" cy="384048"/>
          </a:xfrm>
          <a:prstGeom prst="roundRect">
            <a:avLst>
              <a:gd name="adj" fmla="val 50000"/>
            </a:avLst>
          </a:prstGeom>
          <a:solidFill>
            <a:srgbClr val="26348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00316" y="461772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no código-fonte real do projeto  •  Fastify + Prisma + TypeScript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PROJETO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 e para onde vamos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4F7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62356" cy="292608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5623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antiga (pré-DDD)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2798064"/>
            <a:ext cx="4443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domain/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auth.routes.ts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</a:rPr>
              <a:t>Regras de negócio, HTTP e persistência misturadas no mesmo arquivo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</a:rPr>
              <a:t>Sem separação entre contrato (interface) e implementação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</a:rPr>
              <a:t>Difícil de testar e de escalar para novos domínios (pedidos, mesas, pagamentos...)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828800"/>
            <a:ext cx="562356" cy="29260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828800"/>
            <a:ext cx="5623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modular DDD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265176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39128" y="2798064"/>
            <a:ext cx="4443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src/modules/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identity/   (completo)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catalog/  orders/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comandas/  floor/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billing/    (em construção)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2062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</a:rPr>
              <a:t>Cada domínio de negócio é um módulo isolado, com suas 4 camadas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</a:rPr>
              <a:t>Módulo identity já está 100% implementado — é o modelo de referência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</a:rPr>
              <a:t>Demais módulos têm a estrutura de pastas criada e regras de negócio já documentadas, prontos para receber as classes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FUNDAMENTAL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de dependência entre as 4 camadas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0" y="2331720"/>
            <a:ext cx="2743200" cy="2743200"/>
          </a:xfrm>
          <a:prstGeom prst="ellipse">
            <a:avLst/>
          </a:prstGeom>
          <a:solidFill>
            <a:srgbClr val="1E2761"/>
          </a:solidFill>
          <a:ln w="28575">
            <a:solidFill>
              <a:srgbClr val="FF6B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0916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34564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puras — sem I/O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1143000"/>
            <a:ext cx="5120640" cy="5120640"/>
          </a:xfrm>
          <a:prstGeom prst="ellipse">
            <a:avLst/>
          </a:prstGeom>
          <a:ln w="25400">
            <a:solidFill>
              <a:srgbClr val="5A6FB5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35204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4F7FE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803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(controllers, rotas)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235440" y="28803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4F7FE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235440" y="2880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(Prisma, JWT, mail)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80360" y="3383280"/>
            <a:ext cx="182880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3383280"/>
            <a:ext cx="178308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  <a:head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48640" y="51206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</a:rPr>
              <a:t>As setas sempre apontam para dentro: presentation e infrastructure conhecem o domain — o domain nunca conhece elas.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</a:rPr>
              <a:t>Isso é possível porque o domain define apenas interfaces (contratos) — quem implementa é a infrastructure (Dependency Inversion Principle).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</a:rPr>
              <a:t>Consequência prática: o domain não importa Prisma, Fastify, bcrypt ou qualquer biblioteca externa.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PADRÃO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árvore de pastas repetida em todo módulo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806440" cy="4480560"/>
          </a:xfrm>
          <a:prstGeom prst="roundRect">
            <a:avLst>
              <a:gd name="adj" fmla="val 1224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00784"/>
            <a:ext cx="540410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modules/&lt;nome-do-modulo&gt;/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domain/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entities/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value-objects/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repositories/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errors/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events/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contracts/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application/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use-cases/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dtos/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infrastructure/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database/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mappers/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security/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mail/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presentation/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http/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dtos/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container.ts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629400" y="160020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</a:rPr>
              <a:t>Nem toda subpasta existe em todo módulo.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2F"/>
                </a:solidFill>
              </a:rPr>
              <a:t>Um módulo simples (ex.: catalog) pode ter só domain/entities, application/use-cases, infrastructure/database e presentation/http. As demais (value-objects, events, contracts, mappers, security, mail, dtos) nascem quando a complexidade do domínio exigir.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29400" y="3246120"/>
            <a:ext cx="4983480" cy="2697480"/>
          </a:xfrm>
          <a:prstGeom prst="roundRect">
            <a:avLst>
              <a:gd name="adj" fmla="val 2712"/>
            </a:avLst>
          </a:prstGeom>
          <a:solidFill>
            <a:srgbClr val="F4F7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0372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viva no projeto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37947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</a:rPr>
              <a:t>src/modules/identity — módulo completo, use como gabarito para tudo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</a:rPr>
              <a:t>src/modules/{catalog, orders, comandas, floor, billing} — esqueleto criado, README.md explica os models e regras previstas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</a:rPr>
              <a:t>src/shared — kernel compartilhado entre todos os módulos (próximos slides)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DOMAIN — PASTA 1 DE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domain/entities/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coração do módulo: as entidades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Representam conceitos com identidade própria e ciclo de vida (User, Order, Comanda). Duas instâncias com os mesmos dados, mas IDs diferentes, são objetos diferentes.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Estendem AggregateRoot&lt;Props&gt; (ou Entity&lt;Props&gt;) do shared/domain — isso dá id, equals() e o acúmulo de eventos de domínio de graça.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Guardam construtor privado + dois métodos estáticos: create() para nascer uma entidade nova (aplica regras de criação) e reconstitute() para reidratar dados que já vieram do banco (usado pelo mapper).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Todo comportamento que muda o estado é um método da própria entidade (rename, changePassword, deactivate) — nunca um setter público solto.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domain/entities/User.ts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5212080" cy="3520440"/>
          </a:xfrm>
          <a:prstGeom prst="roundRect">
            <a:avLst>
              <a:gd name="adj" fmla="val 1558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2798064"/>
            <a:ext cx="480974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User extends AggregateRoot&lt;UserProps&gt;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constructor(props, id) { super(props, id);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create(props, id): User { ...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reconstitute(props, id): User { ...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assertCanAuthenticate(): void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(!this.props.isActive)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UserInactiveError();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deactivate(): void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this.props.isActive = false;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this.addDomainEvent(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UserStatusChangedEvent(this.id, false)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DED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</a:rPr>
              <a:t>O que NÃO vai aqui:  </a:t>
            </a:r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</a:rPr>
              <a:t>chamadas a banco de dados, HTTP, bcrypt, JWT ou qualquer biblioteca externa. A entidade só conhece outros objetos de domínio.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DOMAIN — PASTA 2 DE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1952244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1952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domain/value-objects/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Objects: dados que só existem válidos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Um Value Object não tem identidade — é definido pelo seu valor. Email('a@x.com') é igual a outro Email('a@x.com'), diferente de uma entidade (comparada por id).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Estende ValueObject&lt;Props&gt; do shared/domain, que já congela (Object.freeze) as props no construtor — garantindo imutabilidade: uma vez criado, nunca muda.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A validação do dado acontece no método estático create() — se o e-mail for inválido, o objeto simplesmente não nasce (lança um DomainError).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Exemplos no projeto: Email (valida formato) e Roles (garante que a lista de papéis do usuário é válida e não vazia).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domain/value-objects/Email.ts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5212080" cy="2514600"/>
          </a:xfrm>
          <a:prstGeom prst="roundRect">
            <a:avLst>
              <a:gd name="adj" fmla="val 2182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2798064"/>
            <a:ext cx="48097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Email extends ValueObject&lt;{ value: string }&gt;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constructor(props) { super(props);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create(raw: string): Email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(!isValidFormat(raw))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InvalidEmailError(raw);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Email({ value: raw.toLowerCase() });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value(): string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this.props.value;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53492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7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5458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criar um Value Object?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574243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</a:rPr>
              <a:t>Quando um dado primitivo tiver uma regra de validação/formatação própria</a:t>
            </a:r>
            <a:endParaRPr lang="en-US" sz="10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</a:rPr>
              <a:t>Quando quiser impedir estados inválidos de existir (preço negativo, e-mail malformado)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DOMAIN — PASTA 3 DE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1865376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domain/repositories/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 de persistência (interfaces)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Aqui vivem apenas interfaces TypeScript — nunca uma classe concreta e nunca um import de Prisma.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Cada interface descreve o vocabulário de persistência do agregado em termos de negócio: findByEmail, não 'SELECT * FROM users WHERE email = ...'.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Essa é a peça-chave da Inversão de Dependência: a camada application depende de IUserRepository (uma interface do domain), não de uma implementação concreta.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Quem implementa de fato a interface é a infrastructure — mais adiante — permitindo trocar Prisma por outra tecnologia sem tocar em uma linha do domain ou application.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domain/repositories/IUserRepository.ts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5212080" cy="2286000"/>
          </a:xfrm>
          <a:prstGeom prst="roundRect">
            <a:avLst>
              <a:gd name="adj" fmla="val 240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2798064"/>
            <a:ext cx="4809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IUserRepository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create(user: User): Promise&lt;User&gt;;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findById(id: number): Promise&lt;User | null&gt;;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findByEmail(email: Email): Promise&lt;User | null&gt;;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findAll(): Promise&lt;User[]&gt;;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update(user: User): Promise&lt;User&gt;;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delete(id: number): Promise&lt;void&gt;;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51206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52395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 de nomenclatura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5532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Prefixo I + nome da entidade + Repository. Uma interface por agregado que precisa de persistência própria (IUserRepository, IRefreshTokenRepository, IPasswordResetTokenRepository).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DOMAIN — PASTA 4 DE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domain/errors/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de negócio, não erros de HTTP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Cada regra de negócio violada tem sua própria classe de erro, estendendo DomainError (do shared/domain).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DomainError carrega um campo status — um 'hint' de código HTTP (400, 404, 409...) — para a camada de apresentação traduzir sem o domain precisar saber o que é HTTP.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Isso mantém o domain desacoplado de Fastify: ele só lança JavaScript Error, quem decide o formato da resposta é o controller.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Exemplos: EmailAlreadyInUseError (409), UserNotFoundError (404), UserInactiveError (400), InvalidCredentialsError (401).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shared/domain/DomainError.ts  +  domain/errors/UserNotFoundError.ts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2798064"/>
            <a:ext cx="4809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abstract class DomainError extends Error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readonly status: number;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constructor(message: string, status = 400)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super(message);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this.name = this.constructor.name;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this.status = status;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UserNotFoundError extends DomainError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constructor(id: number)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super(`Usuário ${id} não encontrado`, 404);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DOMAIN — PASTAS 5 E 6 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domain/events/  e  domain/contracts/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4F7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736092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736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Fatos que já aconteceram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</a:rPr>
              <a:t>Classes simples (UserPasswordChangedEvent, UserStatusChangedEvent) implementando DomainEvent — hoje só têm occurredAt.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</a:rPr>
              <a:t>A entidade os acumula via addDomainEvent(); o use case os coleta com pullDomainEvents() depois de persistir.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</a:rPr>
              <a:t>Ainda não há um dispatcher/event bus ligado a isso — é o próximo passo para reagir a eventos (ex.: enviar e-mail ao trocar senha).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920240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92024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contracts/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Portas para serviços externos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7432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Interfaces para capacidades técnicas que o domain precisa mas não pode implementar: IHasher, IJwtProvider, IMailSender.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É o mesmo padrão de repositories, só que para serviços em vez de persistência.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A implementação concreta (BcryptHasher, JwtProvider, ConsoleMailSender) mora em infrastructure e é injetada via container.ts.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APPLICATION — PASTA 1 DE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2039112" cy="292608"/>
          </a:xfrm>
          <a:prstGeom prst="roundRect">
            <a:avLst>
              <a:gd name="adj" fmla="val 50000"/>
            </a:avLst>
          </a:prstGeom>
          <a:solidFill>
            <a:srgbClr val="5A6F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application/use-cases/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Cases: o maestro da operação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Um use case = uma ação de negócio (RegisterStaffUseCase, ChangePasswordUseCase, DeactivateUserUseCase). Uma classe por operação, com um único método público execute().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Recebe, via construtor, apenas interfaces do domain (IUserRepository, IHasher) — nunca uma implementação concreta. Isso é injeção de dependência manual.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Orquestra a operação: busca dados via repositório, aplica regras chamando métodos da entidade, e persiste o resultado — mas a decisão de negócio em si vive na entidade, não no use case.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Não sabe nada de HTTP: recebe e devolve objetos simples (DTOs), nunca FastifyRequest/Reply.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application/use-cases/RegisterStaffUseCase.ts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5212080" cy="3703320"/>
          </a:xfrm>
          <a:prstGeom prst="roundRect">
            <a:avLst>
              <a:gd name="adj" fmla="val 1481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2798064"/>
            <a:ext cx="480974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RegisterStaffUseCase {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userRepository: IUserRepository,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hasher: IHasher,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execute(input: CreateUserInput) {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email = Email.create(input.email);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existing =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this.userRepository.findByEmail(email);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(existing) throw new EmailAlreadyInUseError(...);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passwordHash =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this.hasher.hash(input.password);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User.create(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...input, email, passwordHash }, 0);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created =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this.userRepository.create(user);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toUserOutput(created);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APPLICATION — PASTA 2 DE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1604772" cy="292608"/>
          </a:xfrm>
          <a:prstGeom prst="roundRect">
            <a:avLst>
              <a:gd name="adj" fmla="val 50000"/>
            </a:avLst>
          </a:prstGeom>
          <a:solidFill>
            <a:srgbClr val="5A6F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16047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application/dtos/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DTOs internos: o vocabulário entre camadas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Tipos simples (interfaces/types) que descrevem a entrada e a saída de um use case — CreateUserInput, UserOutput.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Diferente dos schemas de presentation/dtos (próximos slides): esses aqui não validam nada, apenas moldam o formato — a validação de formato de HTTP é responsabilidade da camada de apresentação.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Também guardam funções de mapeamento simples, como toUserOutput(user), que transformam a entidade de domínio (rica em comportamento) em um objeto plano seguro para sair do módulo — nunca expondo passwordHash, por exemplo.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Pense neles como o 'contrato interno': o controller preenche um *Input, o use case devolve um *Output.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application/dtos/UserDtos.ts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5212080" cy="3657600"/>
          </a:xfrm>
          <a:prstGeom prst="roundRect">
            <a:avLst>
              <a:gd name="adj" fmla="val 150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2798064"/>
            <a:ext cx="48097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CreateUserInput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string;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string;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roles: string[];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UserOutput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 name: string; email: string;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roles: string[]; isActive: boolean;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createdAt: Date; updatedAt: Date;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toUserOutput(user: User): UserOutput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id: user.id, name: user.name, ... };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INFRASTRUCTURE — PASTA 1 DE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2212848" cy="292608"/>
          </a:xfrm>
          <a:prstGeom prst="roundRect">
            <a:avLst>
              <a:gd name="adj" fmla="val 50000"/>
            </a:avLst>
          </a:prstGeom>
          <a:solidFill>
            <a:srgbClr val="C97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infrastructure/database/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 concreta dos repositórios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Cada Prisma*Repository.ts implementa a interface correspondente do domain (PrismaUserRepository implements IUserRepository).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Recebe o PrismaClient injetado via construtor — nunca importa um client global dentro da classe, o que facilita testar com mocks.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Toda linha que sai ou entra do banco passa por um Mapper (próximo slide): a classe nunca devolve o tipo bruto do Prisma para fora, sempre devolve a entidade de domínio.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É aqui, e só aqui, que 'Prisma' aparece em uma import — se você ver prisma.* em outra camada, é sinal de que a regra de dependência foi violada.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infrastructure/database/PrismaUserRepository.ts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5212080" cy="3520440"/>
          </a:xfrm>
          <a:prstGeom prst="roundRect">
            <a:avLst>
              <a:gd name="adj" fmla="val 1558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2798064"/>
            <a:ext cx="480974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PrismaUserRepository implements IUserRepository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constructor(private readonly prisma: PrismaClient) {}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findByEmail(email: Email)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raw = await this.prisma.user.findUnique({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where: { email: email.value },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raw ? UserMapper.toDomain(raw) : null;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create(user: User)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UserMapper.toPersistence(user);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created = await this.prisma.user.create({ data });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UserMapper.toDomain(created);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INFRASTRUCTURE — PASTA 2 DE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2125980" cy="292608"/>
          </a:xfrm>
          <a:prstGeom prst="roundRect">
            <a:avLst>
              <a:gd name="adj" fmla="val 50000"/>
            </a:avLst>
          </a:prstGeom>
          <a:solidFill>
            <a:srgbClr val="C97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2125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infrastructure/mappers/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ponte entre o modelo relacional e o domínio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Classes estáticas com duas funções espelhadas: toDomain(raw) transforma a linha crua do Prisma em uma entidade de domínio (via reconstitute); toPersistence(entity) faz o caminho inverso.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É o único lugar autorizado a conhecer os dois formatos ao mesmo tempo — o nome da coluna no banco (password) pode ser diferente do nome no domínio (passwordHash), e o mapper resolve essa tradução.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Também reconstrói os Value Objects a partir de dados primitivos: Email.create(raw.email), Roles.create(raw.role).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infrastructure/mappers/UserMapper.ts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5212080" cy="3657600"/>
          </a:xfrm>
          <a:prstGeom prst="roundRect">
            <a:avLst>
              <a:gd name="adj" fmla="val 150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2798064"/>
            <a:ext cx="48097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UserMapper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toDomain(raw: PrismaUser): User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User.reconstitute({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raw.name,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email: Email.create(raw.email),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passwordHash: raw.password,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roles: Roles.create(raw.role),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isActive: raw.isActive,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createdAt: raw.createdAt, updatedAt: raw.updatedAt,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raw.id);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toPersistence(user: User)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user.name, email: user.email.value,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password: user.passwordHash, role: user.roles.values,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isActive: user.isActive,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INFRASTRUCTURE — PASTAS 3 E 4 DE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infrastructure/security/  e  infrastructure/mail/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4F7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909828" cy="292608"/>
          </a:xfrm>
          <a:prstGeom prst="roundRect">
            <a:avLst>
              <a:gd name="adj" fmla="val 50000"/>
            </a:avLst>
          </a:prstGeom>
          <a:solidFill>
            <a:srgbClr val="C97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909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Adaptadores de contratos técnicos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</a:rPr>
              <a:t>BcryptHasher implements IHasher — encapsula o bcrypt real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</a:rPr>
              <a:t>JwtProvider implements IJwtProvider — encapsula geração/verificação de tokens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</a:rPr>
              <a:t>O use case chama this.hasher.hash(senha) sem saber que por trás existe bcrypt — poderia ser argon2 sem nenhuma alteração no domain/application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920240"/>
            <a:ext cx="562356" cy="29260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920240"/>
            <a:ext cx="5623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mail/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Notificações externas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7432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ConsoleMailSender implements IMailSender — hoje só imprime no console (stub de desenvolvimento)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Usado por RequestPasswordResetUseCase para 'enviar' o link de redefinição de senha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Trocar para um provedor real (SendGrid, SES) significa criar uma nova classe que implementa IMailSender e religar no container.ts — zero mudança de regra de negócio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PRESENTATION — PASTA 1 DE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5A3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presentation/dtos/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de contrato HTTP com Zod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Schemas Zod (*.schema.ts) descrevem exatamente o formato aceito no corpo/parâmetros da requisição — tipo, tamanho mínimo, formato de e-mail, enums de role.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São diferentes dos DTOs de application: aqui a preocupação é 'este JSON que chegou pela rede está bem formado?'; lá, é 'que dados o use case precisa para operar?'.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z.infer&lt;typeof schema&gt; gera o tipo TypeScript automaticamente (CreateUserDto, UpdateUserDto) — schema e tipo nunca ficam dessincronizados.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Aplicado via middleware validate(schema) antes do controller — se o formato estiver errado, a requisição nem chega ao controller.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presentation/dtos/user.schema.ts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5212080" cy="2011680"/>
          </a:xfrm>
          <a:prstGeom prst="roundRect">
            <a:avLst>
              <a:gd name="adj" fmla="val 2727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2798064"/>
            <a:ext cx="4809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createUserSchema = z.object({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z.string().trim().min(1),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z.string().email(),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z.string().min(6),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role: z.array(RoleEnum).nonempty(),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type CreateUserDto =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z.infer&lt;typeof createUserSchema&gt;;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489204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FDED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validação falhar, o middleware responde 400 diretamente — o controller e o use case nunca chegam a executar.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PRESENTATION — PASTA 2 DE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5A3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presentation/http/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 e rotas: a porta de entrada HTTP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Controller (UserController): recebe FastifyRequest/Reply, extrai e faz o parse do que precisa (params, body), chama exatamente um use case, e traduz o resultado em uma resposta HTTP.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Zero regra de negócio aqui — se o controller decide algo além de 'qual status HTTP' e 'qual formato de resposta', a regra provavelmente deveria estar na entidade ou no use case.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handleError() captura DomainError e usa error.status para responder — é o ponto em que o 'hint' de status definido no domain finalmente se transforma em HTTP de verdade.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Rotas (*.routes.ts): apenas mapeiam verbo+caminho para o método do controller e listam os middlewares (authenticate, validate) — nenhuma lógica.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presentation/http/UserController.ts + user.routes.ts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5212080" cy="3657600"/>
          </a:xfrm>
          <a:prstGeom prst="roundRect">
            <a:avLst>
              <a:gd name="adj" fmla="val 150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2798064"/>
            <a:ext cx="48097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= async (request, reply) =&gt;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body = request.body as CreateUserDto;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newUser = await this.registerStaffUseCase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.execute({ ...body, roles: body.role });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reply.status(201).send(newUser);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this.handleError(error, reply);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user.routes.ts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fastify.post('/users',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preHandler: [validate(createUserSchema)] },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userController.create);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AMARRANDO TUDO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container.ts — a raiz de composição do módulo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É o único arquivo do módulo que tem permissão de conhecer todas as camadas ao mesmo tempo: instancia os repositórios Prisma, os adaptadores de segurança/e-mail, injeta-os nos use cases, e injeta os use cases nos controllers.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Não existe um framework de DI (injeção de dependência) automático aqui — a composição é manual e explícita: 'new X(y, z)', em ordem.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Exporta apenas o resultado final (authController, userController) — as rotas importam esses objetos já montados, prontos para uso.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</a:rPr>
              <a:t>É o lugar exato onde, para um módulo novo, você troca uma peça por outra (ex.: ConsoleMailSender → SendGridMailSender) sem tocar em nenhuma outra camada.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55080" y="1600200"/>
            <a:ext cx="5257800" cy="4480560"/>
          </a:xfrm>
          <a:prstGeom prst="roundRect">
            <a:avLst>
              <a:gd name="adj" fmla="val 1224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56248" y="1746504"/>
            <a:ext cx="485546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composição manual, sem framework de DI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userRepository =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PrismaUserRepository(prisma);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hasher = new BcryptHasher();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jwtProvider = new JwtProvider();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registerStaffUseCase =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RegisterStaffUseCase(userRepository, hasher);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authenticateUserUseCase =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AuthenticateUserUseCase(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userRepository, refreshTokenRepository,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hasher, jwtProvider,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userController =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UserController(registerStaffUseCase, ...);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COMPARTILHADO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shared/ — o que todo módulo herda ou reutiliza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2634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5087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Entity, AggregateRoot, ValueObject, DomainError — as classes-base que cada módulo estende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80844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2634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808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http/middlewares/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8084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authenticate, authorize e validate — reaproveitados por todas as rotas de todos os módulos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2634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529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http/errors/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852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formatZodErrors — padroniza a resposta de erro de validação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5012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2634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5250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infrastructure/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52501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database/prisma.ts (client único), mail/mailer.ts, security/jwt.ts — recursos técnicos de baixo nível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2634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970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jobs/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41970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agendadas cross-módulo, como cleanExpiredTokens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6918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2634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8691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testing/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48691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(make-usuario, make-produto) e mocks de Prisma para os testes de qualquer módulo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541264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2634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5412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types/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55412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Augmentations globais de tipos (ex.: fastify.d.ts adicionando 'user' ao FastifyRequest)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um módulo pode importar de shared/; shared/ nunca importa de um módulo específico.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ENTRE CAMADAS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completo de uma requisição HTTP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470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user.routes.ts recebe POST /users e aplica os preHandlers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410712" y="164592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F4F7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18288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187952" y="18470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4231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validate(schema) valida o body com Zod — se inválido, responde 400 e para aqui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272784" y="164592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8288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566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50024" y="18470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24231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UserController.create extrai o body já validado e chama o use case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134856" y="164592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F4F7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17736" y="18288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1773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912096" y="18470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317736" y="24231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RegisterStaffUseCase.execute() orquestra: cria Email, chama o repositório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041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User.create() aplica as regras de criação e nasce o objeto de domínio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3410712" y="384048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F4F7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93592" y="402336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9359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187952" y="4041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Repositório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3593592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IUserRepository (interface) → PrismaUserRepository (implementação real)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272784" y="384048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55664" y="402336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55664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050024" y="4041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Mapper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6455664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UserMapper.toPersistence() converte a entidade para o formato do Prisma e grava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9134856" y="384048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F4F7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17736" y="402336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317736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912096" y="4041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9317736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se refaz ao contrário: Mapper.toDomain → UserOutput → JSON HTTP 201</a:t>
            </a:r>
            <a:endParaRPr lang="en-US" sz="1080" dirty="0"/>
          </a:p>
        </p:txBody>
      </p:sp>
      <p:sp>
        <p:nvSpPr>
          <p:cNvPr id="44" name="Text 4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ATUAL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dos módulos de negócio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526280"/>
        </p:xfrm>
        <a:graphic>
          <a:graphicData uri="http://schemas.openxmlformats.org/drawingml/2006/table">
            <a:tbl>
              <a:tblPr/>
              <a:tblGrid>
                <a:gridCol w="1417320"/>
                <a:gridCol w="1234440"/>
                <a:gridCol w="2468880"/>
                <a:gridCol w="5943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Entidades previstas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 já documentadas no README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User, RefreshToken, PasswordResetToken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de referência — usar como gabarito para os demais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Esqueleto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Product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 regra específica documentada ainda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Esqueleto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Order, OrderItem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do pedido é um fluxo fixo (candidato a Value Object OrderStatus); cada OrderItem congela o preço no momento da compra (unitPrice), mesmo que o produto mude de preço depois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comandas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Esqueleto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Comanda, ServiceCharge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mesa pode ter várias comandas; pagamento é por comanda; sessão só encerra com comanda 100% paga; qualquer garçom atende qualquer mesa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Esqueleto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Table, Reservation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 regra específica documentada ainda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Esqueleto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 regra específica documentada ainda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ANALÍTICO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construir um módulo novo, do zero, passo a passo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910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Linguagem ubíqua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019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7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 README.md do módulo e liste os substantivos de negócio (Order, OrderItem) — eles são candidatos a entidades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151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Invariantes primeiro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926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7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codar, escreva em português as regras que NUNCA podem ser violadas (ex.: 'OrderItem congela o preço')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548640" y="36941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639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domain/entities + value-objects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95020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7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as entidades estendendo AggregateRoot; extraia Value Objects para todo dado com regra própria (ex.: OrderStatus)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48640" y="47183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domain/repositories + errors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97433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7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interface do repositório só com os métodos que os use cases vão precisar; crie um DomainError por regra violada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355080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5910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application/use-cases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19019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7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caso de uso por ação de negócio; injete só interfaces do domain no construtor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6355080" y="2670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26151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926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7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o Prisma*Repository e o Mapper correspondente; adapte serviços externos se houver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6355080" y="36941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3639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+ container.ts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95020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7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o schema Zod, o controller (só parse + chamada de use case), as rotas, e monte tudo em container.ts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6355080" y="47183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97433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7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shared/testing/factories como modelo para criar make-order, make-comanda; teste a entidade isoladamente e o fluxo via mocks de Prisma</a:t>
            </a:r>
            <a:endParaRPr lang="en-US" sz="1070" dirty="0"/>
          </a:p>
        </p:txBody>
      </p:sp>
      <p:sp>
        <p:nvSpPr>
          <p:cNvPr id="36" name="Text 3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2634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antes de considerar um módulo pronto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6348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9222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import de Prisma, Fastify, bcrypt fora de infrastructure/ e presentation/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6348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4505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regra de negócio está em um método da entidade, não no controller ou no use case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6348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1089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repositório tem uma interface no domain e uma implementação Prisma correspondente na infrastructure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6348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7673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erro de negócio estende DomainError com um status HTTP coerente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46227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6348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container.ts monta todas as dependências e é o único ponto de composição do módulo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6348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08406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registradas no bootstrap da aplicação (app.ts/server.ts), com validate() e authenticate() aplicados onde fizer sentido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 sugerido: orders — já tem regras de negócio documentadas e reaproveita boa parte do padrão de identity.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2026-09-16T20:15:07Z</dcterms:created>
  <dcterms:modified xsi:type="dcterms:W3CDTF">2026-09-16T20:15:07Z</dcterms:modified>
</cp:coreProperties>
</file>